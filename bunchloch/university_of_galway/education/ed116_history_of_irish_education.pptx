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ook Antiqu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9CCCB"/>
          </a:solidFill>
        </a:fill>
      </a:tcStyle>
    </a:wholeTbl>
    <a:band2H>
      <a:tcTxStyle b="def" i="def"/>
      <a:tcStyle>
        <a:tcBdr/>
        <a:fill>
          <a:solidFill>
            <a:srgbClr val="ED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EE8CD"/>
          </a:solidFill>
        </a:fill>
      </a:tcStyle>
    </a:wholeTbl>
    <a:band2H>
      <a:tcTxStyle b="def" i="def"/>
      <a:tcStyle>
        <a:tcBdr/>
        <a:fill>
          <a:solidFill>
            <a:srgbClr val="F6F4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3E5DC"/>
          </a:solidFill>
        </a:fill>
      </a:tcStyle>
    </a:wholeTbl>
    <a:band2H>
      <a:tcTxStyle b="def" i="def"/>
      <a:tcStyle>
        <a:tcBdr/>
        <a:fill>
          <a:solidFill>
            <a:srgbClr val="F1F3EE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Book Antiqua"/>
      </a:defRPr>
    </a:lvl1pPr>
    <a:lvl2pPr indent="228600" latinLnBrk="0">
      <a:defRPr sz="1200">
        <a:latin typeface="+mn-lt"/>
        <a:ea typeface="+mn-ea"/>
        <a:cs typeface="+mn-cs"/>
        <a:sym typeface="Book Antiqua"/>
      </a:defRPr>
    </a:lvl2pPr>
    <a:lvl3pPr indent="457200" latinLnBrk="0">
      <a:defRPr sz="1200">
        <a:latin typeface="+mn-lt"/>
        <a:ea typeface="+mn-ea"/>
        <a:cs typeface="+mn-cs"/>
        <a:sym typeface="Book Antiqua"/>
      </a:defRPr>
    </a:lvl3pPr>
    <a:lvl4pPr indent="685800" latinLnBrk="0">
      <a:defRPr sz="1200">
        <a:latin typeface="+mn-lt"/>
        <a:ea typeface="+mn-ea"/>
        <a:cs typeface="+mn-cs"/>
        <a:sym typeface="Book Antiqua"/>
      </a:defRPr>
    </a:lvl4pPr>
    <a:lvl5pPr indent="914400" latinLnBrk="0">
      <a:defRPr sz="1200">
        <a:latin typeface="+mn-lt"/>
        <a:ea typeface="+mn-ea"/>
        <a:cs typeface="+mn-cs"/>
        <a:sym typeface="Book Antiqua"/>
      </a:defRPr>
    </a:lvl5pPr>
    <a:lvl6pPr indent="1143000" latinLnBrk="0">
      <a:defRPr sz="1200">
        <a:latin typeface="+mn-lt"/>
        <a:ea typeface="+mn-ea"/>
        <a:cs typeface="+mn-cs"/>
        <a:sym typeface="Book Antiqua"/>
      </a:defRPr>
    </a:lvl6pPr>
    <a:lvl7pPr indent="1371600" latinLnBrk="0">
      <a:defRPr sz="1200">
        <a:latin typeface="+mn-lt"/>
        <a:ea typeface="+mn-ea"/>
        <a:cs typeface="+mn-cs"/>
        <a:sym typeface="Book Antiqua"/>
      </a:defRPr>
    </a:lvl7pPr>
    <a:lvl8pPr indent="1600200" latinLnBrk="0">
      <a:defRPr sz="1200">
        <a:latin typeface="+mn-lt"/>
        <a:ea typeface="+mn-ea"/>
        <a:cs typeface="+mn-cs"/>
        <a:sym typeface="Book Antiqua"/>
      </a:defRPr>
    </a:lvl8pPr>
    <a:lvl9pPr indent="1828800" latinLnBrk="0">
      <a:defRPr sz="1200">
        <a:latin typeface="+mn-lt"/>
        <a:ea typeface="+mn-ea"/>
        <a:cs typeface="+mn-cs"/>
        <a:sym typeface="Book Antiqua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" name="Group 7"/>
          <p:cNvGrpSpPr/>
          <p:nvPr/>
        </p:nvGrpSpPr>
        <p:grpSpPr>
          <a:xfrm>
            <a:off x="1194101" y="2887529"/>
            <a:ext cx="6779111" cy="1270001"/>
            <a:chOff x="0" y="0"/>
            <a:chExt cx="6779110" cy="1270000"/>
          </a:xfrm>
        </p:grpSpPr>
        <p:sp>
          <p:nvSpPr>
            <p:cNvPr id="17" name="TextBox 8"/>
            <p:cNvSpPr/>
            <p:nvPr/>
          </p:nvSpPr>
          <p:spPr>
            <a:xfrm>
              <a:off x="302020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5400">
                  <a:ln w="3175" cap="flat">
                    <a:solidFill>
                      <a:srgbClr val="ECE9C6">
                        <a:alpha val="60000"/>
                      </a:srgbClr>
                    </a:solidFill>
                    <a:prstDash val="solid"/>
                    <a:round/>
                  </a:ln>
                  <a:solidFill>
                    <a:srgbClr val="E1DCA5"/>
                  </a:solidFill>
                  <a:effectLst>
                    <a:outerShdw sx="100000" sy="100000" kx="0" ky="0" algn="b" rotWithShape="0" blurRad="38100" dist="12700" dir="14400000">
                      <a:srgbClr val="000000">
                        <a:alpha val="21000"/>
                      </a:srgbClr>
                    </a:outerShdw>
                  </a:effectLst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/>
              <a:r>
                <a:t></a:t>
              </a:r>
            </a:p>
          </p:txBody>
        </p:sp>
        <p:sp>
          <p:nvSpPr>
            <p:cNvPr id="18" name="Straight Connector 9"/>
            <p:cNvSpPr/>
            <p:nvPr/>
          </p:nvSpPr>
          <p:spPr>
            <a:xfrm flipH="1" flipV="1">
              <a:off x="-1" y="544161"/>
              <a:ext cx="3119720" cy="1588"/>
            </a:xfrm>
            <a:prstGeom prst="line">
              <a:avLst/>
            </a:prstGeom>
            <a:noFill/>
            <a:ln w="12700" cap="flat">
              <a:solidFill>
                <a:srgbClr val="E1DCA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" name="Straight Connector 10"/>
            <p:cNvSpPr/>
            <p:nvPr/>
          </p:nvSpPr>
          <p:spPr>
            <a:xfrm flipH="1" flipV="1">
              <a:off x="3659391" y="541471"/>
              <a:ext cx="3119720" cy="1588"/>
            </a:xfrm>
            <a:prstGeom prst="line">
              <a:avLst/>
            </a:prstGeom>
            <a:noFill/>
            <a:ln w="12700" cap="flat">
              <a:solidFill>
                <a:srgbClr val="E1DCA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1" name="Title Text"/>
          <p:cNvSpPr txBox="1"/>
          <p:nvPr>
            <p:ph type="title"/>
          </p:nvPr>
        </p:nvSpPr>
        <p:spPr>
          <a:xfrm>
            <a:off x="1183341" y="1387736"/>
            <a:ext cx="6777319" cy="1731984"/>
          </a:xfrm>
          <a:prstGeom prst="rect">
            <a:avLst/>
          </a:prstGeom>
        </p:spPr>
        <p:txBody>
          <a:bodyPr anchor="b"/>
          <a:lstStyle>
            <a:lvl1pPr>
              <a:defRPr>
                <a:ln w="3175" cap="flat">
                  <a:solidFill>
                    <a:srgbClr val="FFFFFF">
                      <a:alpha val="64999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sx="100000" sy="100000" kx="0" ky="0" algn="b" rotWithShape="0" blurRad="25400" dist="12700" dir="1422000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371600" y="3767861"/>
            <a:ext cx="6400800" cy="1752601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2700" dir="14400000">
                    <a:srgbClr val="000000">
                      <a:alpha val="21000"/>
                    </a:srgbClr>
                  </a:outerShdw>
                </a:effectLst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2700" dir="14400000">
                    <a:srgbClr val="000000">
                      <a:alpha val="21000"/>
                    </a:srgbClr>
                  </a:outerShdw>
                </a:effectLst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2700" dir="14400000">
                    <a:srgbClr val="000000">
                      <a:alpha val="21000"/>
                    </a:srgbClr>
                  </a:outerShdw>
                </a:effectLst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2700" dir="14400000">
                    <a:srgbClr val="000000">
                      <a:alpha val="21000"/>
                    </a:srgbClr>
                  </a:outerShdw>
                </a:effectLst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FFFFFF"/>
                </a:solidFill>
                <a:effectLst>
                  <a:outerShdw sx="100000" sy="100000" kx="0" ky="0" algn="b" rotWithShape="0" blurRad="38100" dist="12700" dir="14400000">
                    <a:srgbClr val="000000">
                      <a:alpha val="21000"/>
                    </a:srgbClr>
                  </a:outerShdw>
                </a:effectLst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CE9C6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/>
          <p:nvPr>
            <p:ph type="body" idx="1"/>
          </p:nvPr>
        </p:nvSpPr>
        <p:spPr>
          <a:xfrm>
            <a:off x="699246" y="2248347"/>
            <a:ext cx="7745506" cy="387781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83000">
                <a:srgbClr val="FFFFFF">
                  <a:alpha val="11000"/>
                </a:srgbClr>
              </a:gs>
              <a:gs pos="100000">
                <a:srgbClr val="D1CA75">
                  <a:alpha val="23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0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4" name="Group 7"/>
          <p:cNvGrpSpPr/>
          <p:nvPr/>
        </p:nvGrpSpPr>
        <p:grpSpPr>
          <a:xfrm>
            <a:off x="1172584" y="2887578"/>
            <a:ext cx="6779111" cy="1270001"/>
            <a:chOff x="0" y="0"/>
            <a:chExt cx="6779110" cy="1270000"/>
          </a:xfrm>
        </p:grpSpPr>
        <p:sp>
          <p:nvSpPr>
            <p:cNvPr id="41" name="TextBox 8"/>
            <p:cNvSpPr/>
            <p:nvPr/>
          </p:nvSpPr>
          <p:spPr>
            <a:xfrm>
              <a:off x="302020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5400">
                  <a:solidFill>
                    <a:srgbClr val="DBA455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/>
              <a:r>
                <a:t></a:t>
              </a:r>
            </a:p>
          </p:txBody>
        </p:sp>
        <p:sp>
          <p:nvSpPr>
            <p:cNvPr id="42" name="Straight Connector 9"/>
            <p:cNvSpPr/>
            <p:nvPr/>
          </p:nvSpPr>
          <p:spPr>
            <a:xfrm flipH="1" flipV="1">
              <a:off x="-1" y="544161"/>
              <a:ext cx="3119720" cy="1588"/>
            </a:xfrm>
            <a:prstGeom prst="line">
              <a:avLst/>
            </a:prstGeom>
            <a:noFill/>
            <a:ln w="12700" cap="flat">
              <a:solidFill>
                <a:srgbClr val="DBA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" name="Straight Connector 10"/>
            <p:cNvSpPr/>
            <p:nvPr/>
          </p:nvSpPr>
          <p:spPr>
            <a:xfrm flipH="1" flipV="1">
              <a:off x="3659391" y="545953"/>
              <a:ext cx="3119720" cy="1588"/>
            </a:xfrm>
            <a:prstGeom prst="line">
              <a:avLst/>
            </a:prstGeom>
            <a:noFill/>
            <a:ln w="12700" cap="flat">
              <a:solidFill>
                <a:srgbClr val="DBA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5" name="Title Text"/>
          <p:cNvSpPr txBox="1"/>
          <p:nvPr>
            <p:ph type="title"/>
          </p:nvPr>
        </p:nvSpPr>
        <p:spPr>
          <a:xfrm>
            <a:off x="690040" y="1204856"/>
            <a:ext cx="7754713" cy="1910717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quarter" idx="1"/>
          </p:nvPr>
        </p:nvSpPr>
        <p:spPr>
          <a:xfrm>
            <a:off x="699248" y="3767316"/>
            <a:ext cx="7734748" cy="1500188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400"/>
              </a:spcBef>
              <a:buClrTx/>
              <a:buSzTx/>
              <a:buNone/>
              <a:defRPr sz="2000">
                <a:solidFill>
                  <a:srgbClr val="895D1D"/>
                </a:solidFill>
              </a:defRPr>
            </a:lvl1pPr>
            <a:lvl2pPr marL="0" indent="457200" algn="ctr">
              <a:spcBef>
                <a:spcPts val="400"/>
              </a:spcBef>
              <a:buClrTx/>
              <a:buSzTx/>
              <a:buNone/>
              <a:defRPr sz="2000">
                <a:solidFill>
                  <a:srgbClr val="895D1D"/>
                </a:solidFill>
              </a:defRPr>
            </a:lvl2pPr>
            <a:lvl3pPr marL="0" indent="914400" algn="ctr">
              <a:spcBef>
                <a:spcPts val="400"/>
              </a:spcBef>
              <a:buClrTx/>
              <a:buSzTx/>
              <a:buNone/>
              <a:defRPr sz="2000">
                <a:solidFill>
                  <a:srgbClr val="895D1D"/>
                </a:solidFill>
              </a:defRPr>
            </a:lvl3pPr>
            <a:lvl4pPr marL="0" indent="1371600" algn="ctr">
              <a:spcBef>
                <a:spcPts val="400"/>
              </a:spcBef>
              <a:buClrTx/>
              <a:buSzTx/>
              <a:buNone/>
              <a:defRPr sz="2000">
                <a:solidFill>
                  <a:srgbClr val="895D1D"/>
                </a:solidFill>
              </a:defRPr>
            </a:lvl4pPr>
            <a:lvl5pPr marL="0" indent="1828800" algn="ctr">
              <a:spcBef>
                <a:spcPts val="400"/>
              </a:spcBef>
              <a:buClrTx/>
              <a:buSzTx/>
              <a:buNone/>
              <a:defRPr sz="2000">
                <a:solidFill>
                  <a:srgbClr val="895D1D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sz="half" idx="1"/>
          </p:nvPr>
        </p:nvSpPr>
        <p:spPr>
          <a:xfrm>
            <a:off x="685800" y="2240279"/>
            <a:ext cx="3803904" cy="387705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4" name="Body Level One…"/>
          <p:cNvSpPr txBox="1"/>
          <p:nvPr>
            <p:ph type="body" sz="quarter" idx="1"/>
          </p:nvPr>
        </p:nvSpPr>
        <p:spPr>
          <a:xfrm>
            <a:off x="1051560" y="2240279"/>
            <a:ext cx="3442447" cy="658369"/>
          </a:xfrm>
          <a:prstGeom prst="rect">
            <a:avLst/>
          </a:prstGeom>
        </p:spPr>
        <p:txBody>
          <a:bodyPr anchor="b"/>
          <a:lstStyle>
            <a:lvl1pPr marL="0" indent="0" algn="ctr">
              <a:buClrTx/>
              <a:buSzTx/>
              <a:buNone/>
              <a:defRPr>
                <a:solidFill>
                  <a:srgbClr val="895D1D"/>
                </a:solidFill>
              </a:defRPr>
            </a:lvl1pPr>
            <a:lvl2pPr marL="0" indent="457200" algn="ctr">
              <a:buClrTx/>
              <a:buSzTx/>
              <a:buNone/>
              <a:defRPr>
                <a:solidFill>
                  <a:srgbClr val="895D1D"/>
                </a:solidFill>
              </a:defRPr>
            </a:lvl2pPr>
            <a:lvl3pPr marL="0" indent="914400" algn="ctr">
              <a:buClrTx/>
              <a:buSzTx/>
              <a:buNone/>
              <a:defRPr>
                <a:solidFill>
                  <a:srgbClr val="895D1D"/>
                </a:solidFill>
              </a:defRPr>
            </a:lvl3pPr>
            <a:lvl4pPr marL="0" indent="1371600" algn="ctr">
              <a:buClrTx/>
              <a:buSzTx/>
              <a:buNone/>
              <a:defRPr>
                <a:solidFill>
                  <a:srgbClr val="895D1D"/>
                </a:solidFill>
              </a:defRPr>
            </a:lvl4pPr>
            <a:lvl5pPr marL="0" indent="1828800" algn="ctr">
              <a:buClrTx/>
              <a:buSzTx/>
              <a:buNone/>
              <a:defRPr>
                <a:solidFill>
                  <a:srgbClr val="895D1D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Text Placeholder 4"/>
          <p:cNvSpPr/>
          <p:nvPr>
            <p:ph type="body" sz="quarter" idx="21"/>
          </p:nvPr>
        </p:nvSpPr>
        <p:spPr>
          <a:xfrm>
            <a:off x="5002305" y="2240279"/>
            <a:ext cx="3447289" cy="658369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buClrTx/>
              <a:buSzTx/>
              <a:buNone/>
              <a:defRPr>
                <a:solidFill>
                  <a:srgbClr val="895D1D"/>
                </a:solidFill>
              </a:defRPr>
            </a:pP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83000">
                <a:srgbClr val="FFFFFF">
                  <a:alpha val="11000"/>
                </a:srgbClr>
              </a:gs>
              <a:gs pos="100000">
                <a:srgbClr val="D1CA75">
                  <a:alpha val="23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83000">
                <a:srgbClr val="FFFFFF">
                  <a:alpha val="11000"/>
                </a:srgbClr>
              </a:gs>
              <a:gs pos="100000">
                <a:srgbClr val="D1CA75">
                  <a:alpha val="23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" name="Title Text"/>
          <p:cNvSpPr txBox="1"/>
          <p:nvPr>
            <p:ph type="title"/>
          </p:nvPr>
        </p:nvSpPr>
        <p:spPr>
          <a:xfrm>
            <a:off x="5034579" y="1678195"/>
            <a:ext cx="3422484" cy="1886922"/>
          </a:xfrm>
          <a:prstGeom prst="rect">
            <a:avLst/>
          </a:prstGeom>
        </p:spPr>
        <p:txBody>
          <a:bodyPr anchor="b"/>
          <a:lstStyle>
            <a:lvl1pPr algn="l">
              <a:defRPr sz="2800"/>
            </a:lvl1pPr>
          </a:lstStyle>
          <a:p>
            <a:pPr/>
            <a:r>
              <a:t>Title Text</a:t>
            </a:r>
          </a:p>
        </p:txBody>
      </p:sp>
      <p:sp>
        <p:nvSpPr>
          <p:cNvPr id="91" name="Body Level One…"/>
          <p:cNvSpPr txBox="1"/>
          <p:nvPr>
            <p:ph type="body" sz="half" idx="1"/>
          </p:nvPr>
        </p:nvSpPr>
        <p:spPr>
          <a:xfrm>
            <a:off x="692000" y="559397"/>
            <a:ext cx="4116668" cy="5566766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Text Placeholder 3"/>
          <p:cNvSpPr/>
          <p:nvPr>
            <p:ph type="body" sz="quarter" idx="21"/>
          </p:nvPr>
        </p:nvSpPr>
        <p:spPr>
          <a:xfrm>
            <a:off x="5034579" y="3603811"/>
            <a:ext cx="3411726" cy="251729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ClrTx/>
              <a:buSzTx/>
              <a:buNone/>
              <a:defRPr sz="1600"/>
            </a:pP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83000">
                <a:srgbClr val="FFFFFF">
                  <a:alpha val="11000"/>
                </a:srgbClr>
              </a:gs>
              <a:gs pos="100000">
                <a:srgbClr val="D1CA75">
                  <a:alpha val="23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itle Text"/>
          <p:cNvSpPr txBox="1"/>
          <p:nvPr>
            <p:ph type="title"/>
          </p:nvPr>
        </p:nvSpPr>
        <p:spPr>
          <a:xfrm>
            <a:off x="677731" y="4668818"/>
            <a:ext cx="7767022" cy="644730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Title Text</a:t>
            </a:r>
          </a:p>
        </p:txBody>
      </p:sp>
      <p:sp>
        <p:nvSpPr>
          <p:cNvPr id="102" name="Picture Placeholder 2"/>
          <p:cNvSpPr/>
          <p:nvPr>
            <p:ph type="pic" sz="half" idx="21"/>
          </p:nvPr>
        </p:nvSpPr>
        <p:spPr>
          <a:xfrm rot="240000">
            <a:off x="2183792" y="666965"/>
            <a:ext cx="4772157" cy="3598017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sx="100000" sy="100000" kx="0" ky="0" algn="b" rotWithShape="0" blurRad="63500" dist="50800" dir="12900000">
              <a:srgbClr val="000000">
                <a:alpha val="24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03" name="Body Level One…"/>
          <p:cNvSpPr txBox="1"/>
          <p:nvPr>
            <p:ph type="body" sz="quarter" idx="1"/>
          </p:nvPr>
        </p:nvSpPr>
        <p:spPr>
          <a:xfrm>
            <a:off x="688488" y="5324306"/>
            <a:ext cx="7756265" cy="80486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ClrTx/>
              <a:buSzTx/>
              <a:buNone/>
              <a:defRPr sz="1600"/>
            </a:lvl1pPr>
            <a:lvl2pPr marL="0" indent="457200" algn="ctr">
              <a:spcBef>
                <a:spcPts val="300"/>
              </a:spcBef>
              <a:buClrTx/>
              <a:buSzTx/>
              <a:buNone/>
              <a:defRPr sz="1600"/>
            </a:lvl2pPr>
            <a:lvl3pPr marL="0" indent="914400" algn="ctr">
              <a:spcBef>
                <a:spcPts val="300"/>
              </a:spcBef>
              <a:buClrTx/>
              <a:buSzTx/>
              <a:buNone/>
              <a:defRPr sz="1600"/>
            </a:lvl3pPr>
            <a:lvl4pPr marL="0" indent="1371600" algn="ctr">
              <a:spcBef>
                <a:spcPts val="300"/>
              </a:spcBef>
              <a:buClrTx/>
              <a:buSzTx/>
              <a:buNone/>
              <a:defRPr sz="1600"/>
            </a:lvl4pPr>
            <a:lvl5pPr marL="0" indent="1828800" algn="ctr">
              <a:spcBef>
                <a:spcPts val="300"/>
              </a:spcBef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83000">
                <a:srgbClr val="FFFFFF">
                  <a:alpha val="11000"/>
                </a:srgbClr>
              </a:gs>
              <a:gs pos="100000">
                <a:srgbClr val="D1CA75">
                  <a:alpha val="2300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688490" y="570155"/>
            <a:ext cx="7756264" cy="1054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grpSp>
        <p:nvGrpSpPr>
          <p:cNvPr id="7" name="Group 9"/>
          <p:cNvGrpSpPr/>
          <p:nvPr/>
        </p:nvGrpSpPr>
        <p:grpSpPr>
          <a:xfrm>
            <a:off x="1172584" y="1392216"/>
            <a:ext cx="6779111" cy="1270001"/>
            <a:chOff x="0" y="0"/>
            <a:chExt cx="6779110" cy="1270000"/>
          </a:xfrm>
        </p:grpSpPr>
        <p:sp>
          <p:nvSpPr>
            <p:cNvPr id="4" name="TextBox 13"/>
            <p:cNvSpPr/>
            <p:nvPr/>
          </p:nvSpPr>
          <p:spPr>
            <a:xfrm>
              <a:off x="3020208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5400">
                  <a:solidFill>
                    <a:srgbClr val="DBA455"/>
                  </a:solidFill>
                  <a:latin typeface="Wingdings"/>
                  <a:ea typeface="Wingdings"/>
                  <a:cs typeface="Wingdings"/>
                  <a:sym typeface="Wingdings"/>
                </a:defRPr>
              </a:lvl1pPr>
            </a:lstStyle>
            <a:p>
              <a:pPr/>
              <a:r>
                <a:t></a:t>
              </a:r>
            </a:p>
          </p:txBody>
        </p:sp>
        <p:sp>
          <p:nvSpPr>
            <p:cNvPr id="5" name="Straight Connector 14"/>
            <p:cNvSpPr/>
            <p:nvPr/>
          </p:nvSpPr>
          <p:spPr>
            <a:xfrm flipH="1" flipV="1">
              <a:off x="-1" y="544161"/>
              <a:ext cx="3119720" cy="1588"/>
            </a:xfrm>
            <a:prstGeom prst="line">
              <a:avLst/>
            </a:prstGeom>
            <a:noFill/>
            <a:ln w="12700" cap="flat">
              <a:solidFill>
                <a:srgbClr val="DBA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" name="Straight Connector 15"/>
            <p:cNvSpPr/>
            <p:nvPr/>
          </p:nvSpPr>
          <p:spPr>
            <a:xfrm flipH="1" flipV="1">
              <a:off x="3659391" y="541191"/>
              <a:ext cx="3119720" cy="1588"/>
            </a:xfrm>
            <a:prstGeom prst="line">
              <a:avLst/>
            </a:prstGeom>
            <a:noFill/>
            <a:ln w="12700" cap="flat">
              <a:solidFill>
                <a:srgbClr val="DBA45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/>
          <p:nvPr>
            <p:ph type="sldNum" sz="quarter" idx="2"/>
          </p:nvPr>
        </p:nvSpPr>
        <p:spPr>
          <a:xfrm>
            <a:off x="8516323" y="6209384"/>
            <a:ext cx="256541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5D1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rgbClr val="895D1D"/>
          </a:solidFill>
          <a:uFillTx/>
          <a:latin typeface="+mn-lt"/>
          <a:ea typeface="+mn-ea"/>
          <a:cs typeface="+mn-cs"/>
          <a:sym typeface="Book Antiqua"/>
        </a:defRPr>
      </a:lvl9pPr>
    </p:titleStyle>
    <p:bodyStyle>
      <a:lvl1pPr marL="365759" marR="0" indent="-36575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1pPr>
      <a:lvl2pPr marL="810490" marR="0" indent="-39901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2pPr>
      <a:lvl3pPr marL="1216151" marR="0" indent="-438911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3pPr>
      <a:lvl4pPr marL="1615440" marR="0" indent="-4267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4pPr>
      <a:lvl5pPr marL="1988820" marR="0" indent="-4800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5pPr>
      <a:lvl6pPr marL="2344782" marR="0" indent="-47026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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6pPr>
      <a:lvl7pPr marL="2664822" marR="0" indent="-47026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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7pPr>
      <a:lvl8pPr marL="2984862" marR="0" indent="-47026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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8pPr>
      <a:lvl9pPr marL="3304902" marR="0" indent="-47026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Tx/>
        <a:buChar char=""/>
        <a:tabLst/>
        <a:defRPr b="0" baseline="0" cap="none" i="0" spc="0" strike="noStrike" sz="2400" u="none">
          <a:solidFill>
            <a:srgbClr val="262626"/>
          </a:solidFill>
          <a:uFillTx/>
          <a:latin typeface="+mn-lt"/>
          <a:ea typeface="+mn-ea"/>
          <a:cs typeface="+mn-cs"/>
          <a:sym typeface="Book Antiqu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Book Antiqu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britannica.com/EBchecked/topic/449591/Penal-Laws" TargetMode="External"/><Relationship Id="rId3" Type="http://schemas.openxmlformats.org/officeDocument/2006/relationships/hyperlink" Target="http://www.education.ie/en/Press-Events/Conferences/Patronage-and-Pluralism-in-the-Primary-Sector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 txBox="1"/>
          <p:nvPr>
            <p:ph type="ctrTitle"/>
          </p:nvPr>
        </p:nvSpPr>
        <p:spPr>
          <a:xfrm>
            <a:off x="1183340" y="1387736"/>
            <a:ext cx="6777320" cy="1731984"/>
          </a:xfrm>
          <a:prstGeom prst="rect">
            <a:avLst/>
          </a:prstGeom>
        </p:spPr>
        <p:txBody>
          <a:bodyPr/>
          <a:lstStyle>
            <a:lvl1pPr defTabSz="886968">
              <a:defRPr sz="4268">
                <a:effectLst>
                  <a:outerShdw sx="100000" sy="100000" kx="0" ky="0" algn="b" rotWithShape="0" blurRad="24638" dist="12319" dir="1422000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pPr/>
            <a:r>
              <a:t>ED116: History and Structure of Irish Education</a:t>
            </a:r>
          </a:p>
        </p:txBody>
      </p:sp>
      <p:sp>
        <p:nvSpPr>
          <p:cNvPr id="114" name="Subtitle 2"/>
          <p:cNvSpPr txBox="1"/>
          <p:nvPr>
            <p:ph type="subTitle" sz="quarter" idx="1"/>
          </p:nvPr>
        </p:nvSpPr>
        <p:spPr>
          <a:xfrm>
            <a:off x="1403648" y="3717032"/>
            <a:ext cx="6400801" cy="172819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defRPr sz="2200"/>
            </a:pPr>
            <a:r>
              <a:t>‘Losing my religion’? </a:t>
            </a:r>
          </a:p>
          <a:p>
            <a:pPr>
              <a:lnSpc>
                <a:spcPct val="80000"/>
              </a:lnSpc>
              <a:defRPr sz="2200"/>
            </a:pPr>
          </a:p>
          <a:p>
            <a:pPr>
              <a:lnSpc>
                <a:spcPct val="80000"/>
              </a:lnSpc>
              <a:defRPr sz="2200"/>
            </a:pPr>
            <a:r>
              <a:t>The Stanley Letter/’Act’ (1831) and the Forum on Patronage and Pluralism in the Primary Sector (2011- )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4977760" y="5733255"/>
            <a:ext cx="3652976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Cian Mac Liatháin – 11476078</a:t>
            </a:r>
          </a:p>
          <a:p>
            <a:pPr algn="r">
              <a:defRPr sz="1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ontent Placeholder 1"/>
          <p:cNvSpPr txBox="1"/>
          <p:nvPr>
            <p:ph type="body" idx="1"/>
          </p:nvPr>
        </p:nvSpPr>
        <p:spPr>
          <a:xfrm>
            <a:off x="827583" y="2276872"/>
            <a:ext cx="7745505" cy="387781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 typeface="Wingdings"/>
              <a:buNone/>
            </a:lvl1pPr>
          </a:lstStyle>
          <a:p>
            <a:pPr/>
            <a:r>
              <a:t> </a:t>
            </a:r>
          </a:p>
        </p:txBody>
      </p:sp>
      <p:sp>
        <p:nvSpPr>
          <p:cNvPr id="118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Patronage in Irish Education</a:t>
            </a:r>
          </a:p>
        </p:txBody>
      </p:sp>
      <p:graphicFrame>
        <p:nvGraphicFramePr>
          <p:cNvPr id="119" name="Table 3"/>
          <p:cNvGraphicFramePr/>
          <p:nvPr/>
        </p:nvGraphicFramePr>
        <p:xfrm>
          <a:off x="2627783" y="2348880"/>
          <a:ext cx="4064001" cy="375670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032000"/>
                <a:gridCol w="2032000"/>
              </a:tblGrid>
              <a:tr h="336078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Type of school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Percentage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33607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Roman Catholic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91.1%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800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Church of Ireland (Anglican)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5.7%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800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Multi-denominational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2.3%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33607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Presbyterian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0.4%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800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Inter-Denominational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0.3%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33607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Muslim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0.1%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33607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Methodist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&lt;0.1%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33607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Jewish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&lt;0.1%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defRPr sz="4800"/>
            </a:pPr>
            <a:r>
              <a:t>Battle of the Boyne (1690)</a:t>
            </a:r>
          </a:p>
        </p:txBody>
      </p:sp>
      <p:pic>
        <p:nvPicPr>
          <p:cNvPr id="12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9203" y="2247900"/>
            <a:ext cx="5765594" cy="38782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/>
          </a:p>
          <a:p>
            <a:pPr lvl="1" marL="0" indent="411480">
              <a:buSzTx/>
              <a:buFont typeface="Wingdings"/>
              <a:buNone/>
            </a:pPr>
            <a:r>
              <a:t>“Laws passed against Roman Catholics in Britain and Ireland after the Reformation that penalized the practice of the Roman Catholic religion and imposed civil disabilities on Catholics” </a:t>
            </a:r>
            <a:endParaRPr sz="2200"/>
          </a:p>
          <a:p>
            <a:pPr lvl="1" marL="0" indent="411480" algn="r">
              <a:buSzTx/>
              <a:buFont typeface="Wingdings"/>
              <a:buNone/>
            </a:pPr>
            <a:endParaRPr sz="2200"/>
          </a:p>
          <a:p>
            <a:pPr lvl="1" marL="0" indent="411480" algn="r">
              <a:buSzTx/>
              <a:buFont typeface="Wingdings"/>
              <a:buNone/>
            </a:pPr>
            <a:endParaRPr sz="2200"/>
          </a:p>
          <a:p>
            <a:pPr lvl="1" marL="0" indent="411480" algn="r">
              <a:spcBef>
                <a:spcPts val="400"/>
              </a:spcBef>
              <a:buSzTx/>
              <a:buFont typeface="Wingdings"/>
              <a:buNone/>
              <a:defRPr sz="2000"/>
            </a:pPr>
            <a:r>
              <a:t>(Britannica, 2013)</a:t>
            </a:r>
          </a:p>
        </p:txBody>
      </p:sp>
      <p:sp>
        <p:nvSpPr>
          <p:cNvPr id="125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Penal Laws (1607)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"/>
              <a:buNone/>
            </a:pPr>
          </a:p>
          <a:p>
            <a:pPr/>
            <a:r>
              <a:t>"no person of the popish religion shall publicly or in private houses teach school, or instruct youth in learning within this realm..." </a:t>
            </a:r>
          </a:p>
          <a:p>
            <a:pPr marL="0" indent="0">
              <a:buSzTx/>
              <a:buFont typeface="Wingdings"/>
              <a:buNone/>
            </a:pPr>
          </a:p>
          <a:p>
            <a:pPr/>
            <a:r>
              <a:t>Hedge Schools: Catholic hedge-priests and hedge-masters teaching in secret. </a:t>
            </a:r>
          </a:p>
          <a:p>
            <a:pPr>
              <a:defRPr sz="2000"/>
            </a:pPr>
          </a:p>
          <a:p>
            <a:pPr marL="0" indent="0" algn="r">
              <a:spcBef>
                <a:spcPts val="400"/>
              </a:spcBef>
              <a:buSzTx/>
              <a:buFont typeface="Wingdings"/>
              <a:buNone/>
              <a:defRPr sz="2000"/>
            </a:pPr>
            <a:r>
              <a:t>(Barker, 2013)</a:t>
            </a:r>
          </a:p>
        </p:txBody>
      </p:sp>
      <p:sp>
        <p:nvSpPr>
          <p:cNvPr id="128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Education Act (1695 )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/>
            <a:r>
              <a:t>“With the dismantling of the laws, one witnessed a growing assurance of the Catholic establishment in the late eighteenth century which in turn led to the growth of an exclusive Catholic system of education.”</a:t>
            </a:r>
          </a:p>
          <a:p>
            <a:pPr/>
          </a:p>
          <a:p>
            <a:pPr/>
            <a:r>
              <a:t>By 1825: Presentation Sisters had 46 schools and the Christian Brothers had 24. </a:t>
            </a:r>
          </a:p>
          <a:p>
            <a:pPr marL="0" indent="0" algn="r">
              <a:spcBef>
                <a:spcPts val="400"/>
              </a:spcBef>
              <a:buSzTx/>
              <a:buFont typeface="Wingdings"/>
              <a:buNone/>
              <a:defRPr sz="2000"/>
            </a:pPr>
            <a:r>
              <a:t>(Hanna, 2007)</a:t>
            </a:r>
          </a:p>
        </p:txBody>
      </p:sp>
      <p:sp>
        <p:nvSpPr>
          <p:cNvPr id="131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Penal Laws Repealed (1782)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/>
            <a:r>
              <a:t>From Chief Secretary for Ireland Edward Stanley to the Duke of Leinster.</a:t>
            </a:r>
          </a:p>
          <a:p>
            <a:pPr/>
          </a:p>
          <a:p>
            <a:pPr/>
            <a:r>
              <a:t>Formally established the national education system.</a:t>
            </a:r>
          </a:p>
          <a:p>
            <a:pPr/>
          </a:p>
          <a:p>
            <a:pPr/>
            <a:r>
              <a:t>Board of Commission of National Education: dispersed funding for school grants and the hiring of teacher.</a:t>
            </a:r>
          </a:p>
        </p:txBody>
      </p:sp>
      <p:sp>
        <p:nvSpPr>
          <p:cNvPr id="134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The Stanley Letter (1831)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/>
            <a:r>
              <a:t>“...unite in one system, children of all creeds” (The Stanley Letter, 1831)</a:t>
            </a:r>
          </a:p>
          <a:p>
            <a:pPr>
              <a:defRPr b="1"/>
            </a:pPr>
          </a:p>
          <a:p>
            <a:pPr/>
            <a:r>
              <a:t>Mixed religion schools.</a:t>
            </a:r>
          </a:p>
          <a:p>
            <a:pPr/>
          </a:p>
          <a:p>
            <a:pPr/>
            <a:r>
              <a:t>Religious education separate from everyday education.</a:t>
            </a:r>
          </a:p>
        </p:txBody>
      </p:sp>
      <p:sp>
        <p:nvSpPr>
          <p:cNvPr id="137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The Stanley Letter (1831)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ontent Placeholder 1"/>
          <p:cNvSpPr txBox="1"/>
          <p:nvPr>
            <p:ph type="body" idx="1"/>
          </p:nvPr>
        </p:nvSpPr>
        <p:spPr>
          <a:xfrm>
            <a:off x="699246" y="2132855"/>
            <a:ext cx="7745505" cy="4608513"/>
          </a:xfrm>
          <a:prstGeom prst="rect">
            <a:avLst/>
          </a:prstGeom>
        </p:spPr>
        <p:txBody>
          <a:bodyPr/>
          <a:lstStyle/>
          <a:p>
            <a:pPr/>
            <a:r>
              <a:t>Churches unhappy with losing power: “put pressure on the government to allow aid to be given to schools under the management of individual churches.”</a:t>
            </a:r>
          </a:p>
          <a:p>
            <a:pPr>
              <a:defRPr b="1"/>
            </a:pPr>
          </a:p>
          <a:p>
            <a:pPr/>
            <a:r>
              <a:t>1850: only 4% of national schools were mixed religion.</a:t>
            </a:r>
          </a:p>
          <a:p>
            <a:pPr/>
          </a:p>
          <a:p>
            <a:pPr/>
            <a:r>
              <a:t>Royal Commission of Inquiry into Irish Education (1868-1870): no request for separate system due to expectations being met.</a:t>
            </a:r>
          </a:p>
          <a:p>
            <a:pPr marL="0" indent="0" algn="r">
              <a:spcBef>
                <a:spcPts val="400"/>
              </a:spcBef>
              <a:buSzTx/>
              <a:buFont typeface="Wingdings"/>
              <a:buNone/>
              <a:defRPr sz="2000"/>
            </a:pPr>
            <a:r>
              <a:t>(Akenson, 1970)</a:t>
            </a:r>
          </a:p>
        </p:txBody>
      </p:sp>
      <p:sp>
        <p:nvSpPr>
          <p:cNvPr id="140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Christian Dominance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"/>
              <a:buNone/>
            </a:pPr>
          </a:p>
          <a:p>
            <a:pPr marL="0" indent="0">
              <a:buSzTx/>
              <a:buFont typeface="Wingdings"/>
              <a:buNone/>
            </a:pPr>
            <a:r>
              <a:t>“In 2011, the Minister for Education and Skills set up a group of consultants with people and make recommendations about how primary schools can become more inclusive of different traditions, religions and beliefs. “ </a:t>
            </a:r>
          </a:p>
          <a:p>
            <a:pPr marL="0" indent="0">
              <a:buSzTx/>
              <a:buFont typeface="Wingdings"/>
              <a:buNone/>
              <a:defRPr sz="2000"/>
            </a:pPr>
          </a:p>
          <a:p>
            <a:pPr marL="0" indent="0">
              <a:buSzTx/>
              <a:buFont typeface="Wingdings"/>
              <a:buNone/>
              <a:defRPr sz="2000"/>
            </a:pPr>
          </a:p>
          <a:p>
            <a:pPr marL="0" indent="0" algn="r">
              <a:spcBef>
                <a:spcPts val="400"/>
              </a:spcBef>
              <a:buSzTx/>
              <a:buFont typeface="Wingdings"/>
              <a:buNone/>
              <a:defRPr sz="2000"/>
            </a:pPr>
            <a:r>
              <a:t>(Department of Education, 2013)</a:t>
            </a:r>
          </a:p>
        </p:txBody>
      </p:sp>
      <p:sp>
        <p:nvSpPr>
          <p:cNvPr id="143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04672">
              <a:defRPr sz="3168"/>
            </a:lvl1pPr>
          </a:lstStyle>
          <a:p>
            <a:pPr/>
            <a:r>
              <a:t>Forum on Patronage and Pluralism in the Primary Sector (2011)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t>96% of schools under Denominational Patronage</a:t>
            </a:r>
            <a:br/>
          </a:p>
          <a:p>
            <a:pPr>
              <a:lnSpc>
                <a:spcPct val="90000"/>
              </a:lnSpc>
            </a:pPr>
            <a:r>
              <a:t>Projected increase in enrolment 2017 +</a:t>
            </a:r>
          </a:p>
          <a:p>
            <a:pPr>
              <a:lnSpc>
                <a:spcPct val="90000"/>
              </a:lnSpc>
            </a:pPr>
          </a:p>
          <a:p>
            <a:pPr>
              <a:lnSpc>
                <a:spcPct val="90000"/>
              </a:lnSpc>
            </a:pPr>
            <a:r>
              <a:t>Modernisation:</a:t>
            </a:r>
          </a:p>
          <a:p>
            <a:pPr lvl="1" marL="777240" indent="-365759">
              <a:lnSpc>
                <a:spcPct val="90000"/>
              </a:lnSpc>
              <a:defRPr sz="2200"/>
            </a:pPr>
            <a:r>
              <a:t>Intercultural Society</a:t>
            </a:r>
          </a:p>
          <a:p>
            <a:pPr lvl="1" marL="777240" indent="-365759">
              <a:lnSpc>
                <a:spcPct val="90000"/>
              </a:lnSpc>
              <a:defRPr sz="2200"/>
            </a:pPr>
            <a:r>
              <a:t>Increasing minority of non-believers</a:t>
            </a:r>
          </a:p>
          <a:p>
            <a:pPr lvl="1" marL="777240" indent="-365759">
              <a:lnSpc>
                <a:spcPct val="90000"/>
              </a:lnSpc>
              <a:defRPr sz="2200"/>
            </a:pPr>
            <a:r>
              <a:t>Pressure for more variance</a:t>
            </a:r>
          </a:p>
          <a:p>
            <a:pPr lvl="1" marL="777240" indent="-365759">
              <a:lnSpc>
                <a:spcPct val="90000"/>
              </a:lnSpc>
              <a:defRPr sz="2200"/>
            </a:pPr>
          </a:p>
          <a:p>
            <a:pPr lvl="1" marL="0" indent="411480" algn="r">
              <a:lnSpc>
                <a:spcPct val="90000"/>
              </a:lnSpc>
              <a:buSzTx/>
              <a:buFont typeface="Wingdings"/>
              <a:buNone/>
            </a:pPr>
            <a:r>
              <a:t>(</a:t>
            </a:r>
            <a:r>
              <a:rPr sz="2000"/>
              <a:t>Department of Education, 2013)</a:t>
            </a:r>
          </a:p>
        </p:txBody>
      </p:sp>
      <p:sp>
        <p:nvSpPr>
          <p:cNvPr id="146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04672">
              <a:defRPr sz="3168"/>
            </a:lvl1pPr>
          </a:lstStyle>
          <a:p>
            <a:pPr/>
            <a:r>
              <a:t>Forum on Patronage and Pluralism in the Primary Sector (2011)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/>
            <a:r>
              <a:t>Enrolment policies – clear and fair. Appeals process should be in place e.g.  Ombudsman for Children</a:t>
            </a:r>
          </a:p>
          <a:p>
            <a:pPr/>
          </a:p>
          <a:p>
            <a:pPr/>
            <a:r>
              <a:t>Religion class -  appropriate provisions must be made for other children</a:t>
            </a:r>
          </a:p>
          <a:p>
            <a:pPr/>
          </a:p>
          <a:p>
            <a:pPr/>
            <a:r>
              <a:t>Children should be taught ethics and about different religions and beliefs</a:t>
            </a:r>
          </a:p>
        </p:txBody>
      </p:sp>
      <p:sp>
        <p:nvSpPr>
          <p:cNvPr id="149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04672">
              <a:defRPr sz="3872"/>
            </a:lvl1pPr>
          </a:lstStyle>
          <a:p>
            <a:pPr/>
            <a:r>
              <a:t>The Advisory Group’s Conclusions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/>
            <a:r>
              <a:t>Religious sacraments – concerned over time spent preparing.</a:t>
            </a:r>
          </a:p>
          <a:p>
            <a:pPr/>
          </a:p>
          <a:p>
            <a:pPr/>
            <a:r>
              <a:t>Statues, symbols, assemblies and prayers – all children of the school should be represented in a balanced way</a:t>
            </a:r>
          </a:p>
        </p:txBody>
      </p:sp>
      <p:sp>
        <p:nvSpPr>
          <p:cNvPr id="152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04672">
              <a:defRPr sz="3872"/>
            </a:lvl1pPr>
          </a:lstStyle>
          <a:p>
            <a:pPr/>
            <a:r>
              <a:t>The Advisory Group’s Conclusions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4421014"/>
          </a:xfrm>
          <a:prstGeom prst="rect">
            <a:avLst/>
          </a:prstGeom>
        </p:spPr>
        <p:txBody>
          <a:bodyPr/>
          <a:lstStyle/>
          <a:p>
            <a:pPr/>
            <a:r>
              <a:t>43 select areas were asked what type of school they would like for their children to attend.</a:t>
            </a:r>
          </a:p>
          <a:p>
            <a:pPr/>
          </a:p>
          <a:p>
            <a:pPr/>
            <a:r>
              <a:t>The Minister for Education is seeking to have the school buildings of 28 of these areas transferred.</a:t>
            </a:r>
          </a:p>
          <a:p>
            <a:pPr/>
          </a:p>
          <a:p>
            <a:pPr/>
            <a:r>
              <a:t>Work in progress – request for more parental suggestions by 22 November 2013</a:t>
            </a:r>
          </a:p>
          <a:p>
            <a:pPr algn="r"/>
          </a:p>
          <a:p>
            <a:pPr marL="0" indent="0" algn="r">
              <a:spcBef>
                <a:spcPts val="400"/>
              </a:spcBef>
              <a:buSzTx/>
              <a:buFont typeface="Wingdings"/>
              <a:buNone/>
              <a:defRPr sz="2000"/>
            </a:pPr>
            <a:r>
              <a:t>(Department of Education, 2013)</a:t>
            </a:r>
          </a:p>
        </p:txBody>
      </p:sp>
      <p:sp>
        <p:nvSpPr>
          <p:cNvPr id="155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What has been implemented?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ontent Placeholder 1"/>
          <p:cNvSpPr txBox="1"/>
          <p:nvPr>
            <p:ph type="body" idx="1"/>
          </p:nvPr>
        </p:nvSpPr>
        <p:spPr>
          <a:xfrm>
            <a:off x="699246" y="2248347"/>
            <a:ext cx="7745505" cy="3877815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/>
            </a:pPr>
            <a:r>
              <a:t>Akenson, D. H. (1970) ‘The Irish Educational Experiment’</a:t>
            </a:r>
          </a:p>
          <a:p>
            <a:pPr>
              <a:spcBef>
                <a:spcPts val="400"/>
              </a:spcBef>
              <a:defRPr sz="1800"/>
            </a:pPr>
            <a:r>
              <a:t>Barker, H. (2013) ‘Hedge Britannia: A Curious History of a British Obesession’</a:t>
            </a:r>
          </a:p>
          <a:p>
            <a:pPr>
              <a:spcBef>
                <a:spcPts val="400"/>
              </a:spcBef>
              <a:defRPr sz="1800"/>
            </a:pPr>
            <a:r>
              <a:t>Britannica (2013) ‘Penal Laws’ [online] available at: </a:t>
            </a:r>
            <a:r>
              <a:rPr u="sng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 invalidUrl="" action="" tgtFrame="" tooltip="" history="1" highlightClick="0" endSnd="0"/>
              </a:rPr>
              <a:t>http</a:t>
            </a:r>
            <a:r>
              <a:rPr u="sng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 invalidUrl="" action="" tgtFrame="" tooltip="" history="1" highlightClick="0" endSnd="0"/>
              </a:rPr>
              <a:t>://</a:t>
            </a:r>
            <a:r>
              <a:rPr u="sng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2" invalidUrl="" action="" tgtFrame="" tooltip="" history="1" highlightClick="0" endSnd="0"/>
              </a:rPr>
              <a:t>www.britannica.com/EBchecked/topic/449591/Penal-Laws</a:t>
            </a:r>
            <a:r>
              <a:t> [accessed on 23 Nov 2013]</a:t>
            </a:r>
          </a:p>
          <a:p>
            <a:pPr>
              <a:spcBef>
                <a:spcPts val="400"/>
              </a:spcBef>
              <a:defRPr sz="1800"/>
            </a:pPr>
            <a:r>
              <a:t>Department of Education (2013) ‘Forum on Patronage and Pluralism’ [online] available at: </a:t>
            </a:r>
            <a:r>
              <a:rPr u="sng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 invalidUrl="" action="" tgtFrame="" tooltip="" history="1" highlightClick="0" endSnd="0"/>
              </a:rPr>
              <a:t>http</a:t>
            </a:r>
            <a:r>
              <a:rPr u="sng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 invalidUrl="" action="" tgtFrame="" tooltip="" history="1" highlightClick="0" endSnd="0"/>
              </a:rPr>
              <a:t>://www.education.ie/en/Press-Events/Conferences/Patronage-and-Pluralism-in-the-Primary-Sector</a:t>
            </a:r>
            <a:r>
              <a:rPr u="sng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 invalidUrl="" action="" tgtFrame="" tooltip="" history="1" highlightClick="0" endSnd="0"/>
              </a:rPr>
              <a:t>/</a:t>
            </a:r>
            <a:r>
              <a:t> [accessed 23 Nov 2013]</a:t>
            </a:r>
          </a:p>
          <a:p>
            <a:pPr>
              <a:spcBef>
                <a:spcPts val="400"/>
              </a:spcBef>
              <a:defRPr sz="1800"/>
            </a:pPr>
            <a:r>
              <a:t>Hanna, T. (2007) ‘The Role of the Catholic Church in the Provision of Education in Ireland’</a:t>
            </a:r>
          </a:p>
        </p:txBody>
      </p:sp>
      <p:sp>
        <p:nvSpPr>
          <p:cNvPr id="158" name="Title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Bibliography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Hardcover">
  <a:themeElements>
    <a:clrScheme name="Hardcov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0000FF"/>
      </a:hlink>
      <a:folHlink>
        <a:srgbClr val="FF00FF"/>
      </a:folHlink>
    </a:clrScheme>
    <a:fontScheme name="Hardcover">
      <a:majorFont>
        <a:latin typeface="Helvetica"/>
        <a:ea typeface="Helvetica"/>
        <a:cs typeface="Helvetica"/>
      </a:majorFont>
      <a:minorFont>
        <a:latin typeface="Book Antiqua"/>
        <a:ea typeface="Book Antiqua"/>
        <a:cs typeface="Book Antiqua"/>
      </a:minorFont>
    </a:fontScheme>
    <a:fmtScheme name="Hardc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46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46000"/>
              </a:srgbClr>
            </a:outerShdw>
          </a:effectLst>
        </a:effectStyle>
        <a:effectStyle>
          <a:effectLst>
            <a:outerShdw sx="100000" sy="100000" kx="0" ky="0" algn="b" rotWithShape="0" blurRad="38100" dist="12700" dir="5400000">
              <a:srgbClr val="000000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rgbClr val="6B2B1C"/>
          </a:solidFill>
          <a:prstDash val="solid"/>
          <a:round/>
        </a:ln>
        <a:effectLst>
          <a:outerShdw sx="100000" sy="100000" kx="0" ky="0" algn="b" rotWithShape="0" blurRad="50800" dist="25400" dir="5400000">
            <a:srgbClr val="000000">
              <a:alpha val="46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ook Antiqu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rgbClr val="6B2B1C"/>
          </a:solidFill>
          <a:prstDash val="solid"/>
          <a:round/>
        </a:ln>
        <a:effectLst>
          <a:outerShdw sx="100000" sy="100000" kx="0" ky="0" algn="b" rotWithShape="0" blurRad="38100" dist="12700" dir="5400000">
            <a:srgbClr val="000000">
              <a:alpha val="1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ook Antiqu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Hardcover">
  <a:themeElements>
    <a:clrScheme name="Hardcov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0000FF"/>
      </a:hlink>
      <a:folHlink>
        <a:srgbClr val="FF00FF"/>
      </a:folHlink>
    </a:clrScheme>
    <a:fontScheme name="Hardcover">
      <a:majorFont>
        <a:latin typeface="Helvetica"/>
        <a:ea typeface="Helvetica"/>
        <a:cs typeface="Helvetica"/>
      </a:majorFont>
      <a:minorFont>
        <a:latin typeface="Book Antiqua"/>
        <a:ea typeface="Book Antiqua"/>
        <a:cs typeface="Book Antiqua"/>
      </a:minorFont>
    </a:fontScheme>
    <a:fmtScheme name="Hardc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46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46000"/>
              </a:srgbClr>
            </a:outerShdw>
          </a:effectLst>
        </a:effectStyle>
        <a:effectStyle>
          <a:effectLst>
            <a:outerShdw sx="100000" sy="100000" kx="0" ky="0" algn="b" rotWithShape="0" blurRad="38100" dist="12700" dir="5400000">
              <a:srgbClr val="000000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rgbClr val="6B2B1C"/>
          </a:solidFill>
          <a:prstDash val="solid"/>
          <a:round/>
        </a:ln>
        <a:effectLst>
          <a:outerShdw sx="100000" sy="100000" kx="0" ky="0" algn="b" rotWithShape="0" blurRad="50800" dist="25400" dir="5400000">
            <a:srgbClr val="000000">
              <a:alpha val="46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ook Antiqu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rgbClr val="6B2B1C"/>
          </a:solidFill>
          <a:prstDash val="solid"/>
          <a:round/>
        </a:ln>
        <a:effectLst>
          <a:outerShdw sx="100000" sy="100000" kx="0" ky="0" algn="b" rotWithShape="0" blurRad="38100" dist="12700" dir="5400000">
            <a:srgbClr val="000000">
              <a:alpha val="1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ook Antiqu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