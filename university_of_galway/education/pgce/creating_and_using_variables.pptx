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311" r:id="rId3"/>
    <p:sldId id="312" r:id="rId4"/>
    <p:sldId id="304" r:id="rId5"/>
    <p:sldId id="306" r:id="rId6"/>
    <p:sldId id="305" r:id="rId7"/>
    <p:sldId id="307" r:id="rId8"/>
    <p:sldId id="302" r:id="rId9"/>
    <p:sldId id="308" r:id="rId10"/>
    <p:sldId id="309" r:id="rId11"/>
    <p:sldId id="298" r:id="rId12"/>
    <p:sldId id="299" r:id="rId13"/>
    <p:sldId id="297" r:id="rId14"/>
    <p:sldId id="313" r:id="rId15"/>
    <p:sldId id="270" r:id="rId16"/>
    <p:sldId id="271" r:id="rId17"/>
    <p:sldId id="272" r:id="rId18"/>
    <p:sldId id="273" r:id="rId19"/>
    <p:sldId id="300" r:id="rId20"/>
    <p:sldId id="288" r:id="rId21"/>
    <p:sldId id="286" r:id="rId22"/>
    <p:sldId id="287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310" r:id="rId31"/>
    <p:sldId id="314" r:id="rId32"/>
    <p:sldId id="296" r:id="rId3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993"/>
    <p:restoredTop sz="80833"/>
  </p:normalViewPr>
  <p:slideViewPr>
    <p:cSldViewPr snapToGrid="0">
      <p:cViewPr varScale="1">
        <p:scale>
          <a:sx n="14" d="100"/>
          <a:sy n="14" d="100"/>
        </p:scale>
        <p:origin x="192" y="2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thumb-up-hand-like-confirm-go-top-307176/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145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Adapted from BBC Bitesize (KS2 Y6)</a:t>
            </a:r>
          </a:p>
          <a:p>
            <a:r>
              <a:rPr lang="en-US" dirty="0"/>
              <a:t>https://</a:t>
            </a:r>
            <a:r>
              <a:rPr lang="en-US" dirty="0" err="1"/>
              <a:t>www.bbc.co.uk</a:t>
            </a:r>
            <a:r>
              <a:rPr lang="en-US" dirty="0"/>
              <a:t>/bitesize/articles/zw3dwmn</a:t>
            </a:r>
          </a:p>
        </p:txBody>
      </p:sp>
    </p:spTree>
    <p:extLst>
      <p:ext uri="{BB962C8B-B14F-4D97-AF65-F5344CB8AC3E}">
        <p14:creationId xmlns:p14="http://schemas.microsoft.com/office/powerpoint/2010/main" val="17678061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</a:t>
            </a:r>
            <a:r>
              <a:rPr lang="en-US" dirty="0" err="1"/>
              <a:t>Geogebra</a:t>
            </a:r>
            <a:r>
              <a:rPr lang="en-US" dirty="0"/>
              <a:t> file:</a:t>
            </a:r>
          </a:p>
          <a:p>
            <a:r>
              <a:rPr lang="en-US" dirty="0"/>
              <a:t>https://</a:t>
            </a:r>
            <a:r>
              <a:rPr lang="en-US" dirty="0" err="1"/>
              <a:t>www.geogebra.org</a:t>
            </a:r>
            <a:r>
              <a:rPr lang="en-US" dirty="0"/>
              <a:t>/classic/</a:t>
            </a:r>
            <a:r>
              <a:rPr lang="en-US" dirty="0" err="1"/>
              <a:t>GtjHbuKk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801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85ee979d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85ee979d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Adapted from NCCE</a:t>
            </a:r>
          </a:p>
          <a:p>
            <a:pPr marL="0" marR="0" lvl="0" indent="0" algn="l" defTabSz="457200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https://</a:t>
            </a:r>
            <a:r>
              <a:rPr lang="en-IE" dirty="0" err="1"/>
              <a:t>scratch.mit.edu</a:t>
            </a:r>
            <a:r>
              <a:rPr lang="en-IE" dirty="0"/>
              <a:t>/projects/1142540763/editor/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BBC Bitesize:</a:t>
            </a:r>
          </a:p>
          <a:p>
            <a:r>
              <a:rPr lang="en-US" dirty="0"/>
              <a:t>https://</a:t>
            </a:r>
            <a:r>
              <a:rPr lang="en-US" dirty="0" err="1"/>
              <a:t>www.bbc.co.uk</a:t>
            </a:r>
            <a:r>
              <a:rPr lang="en-US" dirty="0"/>
              <a:t>/bitesize/guides/zwmbgk7/revision/3</a:t>
            </a:r>
          </a:p>
        </p:txBody>
      </p:sp>
    </p:spTree>
    <p:extLst>
      <p:ext uri="{BB962C8B-B14F-4D97-AF65-F5344CB8AC3E}">
        <p14:creationId xmlns:p14="http://schemas.microsoft.com/office/powerpoint/2010/main" val="18257768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 screenshot tool:</a:t>
            </a:r>
          </a:p>
          <a:p>
            <a:r>
              <a:rPr lang="en-US" dirty="0"/>
              <a:t>https://</a:t>
            </a:r>
            <a:r>
              <a:rPr lang="en-US" dirty="0" err="1"/>
              <a:t>carbon.now.sh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94517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86344310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863443108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gd-GB" sz="1000" dirty="0">
                <a:latin typeface="Quicksand"/>
                <a:ea typeface="Quicksand"/>
                <a:cs typeface="Quicksand"/>
                <a:sym typeface="Quicksand"/>
              </a:rPr>
              <a:t>Adapted from NCCE and Raspberry Pi Foundation</a:t>
            </a:r>
            <a:endParaRPr sz="1000" dirty="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87e61696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87e61696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2fc7905329d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2fc7905329d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gd-GB" dirty="0"/>
              <a:t>Adapted from Oak National Academy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Adapted from Oak Academy / Raspberry PI Foundation</a:t>
            </a:r>
          </a:p>
          <a:p>
            <a:r>
              <a:rPr lang="en-US" dirty="0"/>
              <a:t>https://</a:t>
            </a:r>
            <a:r>
              <a:rPr lang="en-US" dirty="0" err="1"/>
              <a:t>scratch.mit.edu</a:t>
            </a:r>
            <a:r>
              <a:rPr lang="en-US" dirty="0"/>
              <a:t>/projects/1142541142/editor/</a:t>
            </a:r>
          </a:p>
        </p:txBody>
      </p:sp>
    </p:spTree>
    <p:extLst>
      <p:ext uri="{BB962C8B-B14F-4D97-AF65-F5344CB8AC3E}">
        <p14:creationId xmlns:p14="http://schemas.microsoft.com/office/powerpoint/2010/main" val="24185462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2fc7905329d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2fc7905329d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2fc7905329d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2fc7905329d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g2fc7905329d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2" name="Google Shape;1122;g2fc7905329d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2fc7905329d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" name="Google Shape;1131;g2fc7905329d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7e3d9e063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7e3d9e0630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latin typeface="Quicksand"/>
                <a:ea typeface="Quicksand"/>
                <a:cs typeface="Quicksand"/>
                <a:sym typeface="Quicksand"/>
              </a:rPr>
              <a:t>Image source: </a:t>
            </a:r>
            <a:r>
              <a:rPr lang="en-GB" sz="10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https://pixabay.com/vectors/thumb-up-hand-like-confirm-go-top-307176</a:t>
            </a:r>
            <a:endParaRPr sz="1000">
              <a:latin typeface="Quicksand"/>
              <a:ea typeface="Quicksand"/>
              <a:cs typeface="Quicksand"/>
              <a:sym typeface="Quicksan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g30d052e9f7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4" name="Google Shape;1284;g30d052e9f7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2fc7905329d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2fc7905329d_0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gd-GB" dirty="0"/>
              <a:t>Adapted from Oak National Academy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2fc7905329d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2fc7905329d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2fc7905329d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2fc7905329d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2fc7905329d_0_2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2fc7905329d_0_2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2fc7905329d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2fc7905329d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2fc7905329d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2fc7905329d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2fc7905329d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2fc7905329d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2fc7905329d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2fc7905329d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2fc7905329d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2fc7905329d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created to be relatable to students, Marvel Rivals are in the Top 10 currently played games</a:t>
            </a:r>
          </a:p>
          <a:p>
            <a:r>
              <a:rPr lang="en-US" dirty="0"/>
              <a:t>Sprites chosen to account for a wide range of student preferences (e.g. gender, race)</a:t>
            </a:r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scratch.mit.edu</a:t>
            </a:r>
            <a:r>
              <a:rPr lang="en-US" dirty="0"/>
              <a:t>/projects/1142510575/editor/</a:t>
            </a:r>
          </a:p>
        </p:txBody>
      </p:sp>
    </p:spTree>
    <p:extLst>
      <p:ext uri="{BB962C8B-B14F-4D97-AF65-F5344CB8AC3E}">
        <p14:creationId xmlns:p14="http://schemas.microsoft.com/office/powerpoint/2010/main" val="36578089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2fc7905329d_0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2fc7905329d_0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.00 Explanation blank - jade">
  <p:cSld name="2.00 Explanation blank - jade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9" name="Google Shape;359;p33"/>
          <p:cNvGrpSpPr/>
          <p:nvPr/>
        </p:nvGrpSpPr>
        <p:grpSpPr>
          <a:xfrm>
            <a:off x="-1" y="-5"/>
            <a:ext cx="24403208" cy="1731296"/>
            <a:chOff x="-1" y="-2"/>
            <a:chExt cx="9151203" cy="649236"/>
          </a:xfrm>
        </p:grpSpPr>
        <p:pic>
          <p:nvPicPr>
            <p:cNvPr id="360" name="Google Shape;360;p33"/>
            <p:cNvPicPr preferRelativeResize="0"/>
            <p:nvPr/>
          </p:nvPicPr>
          <p:blipFill rotWithShape="1">
            <a:blip r:embed="rId2">
              <a:alphaModFix/>
            </a:blip>
            <a:srcRect t="1662" b="167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1" name="Google Shape;361;p33"/>
            <p:cNvSpPr/>
            <p:nvPr/>
          </p:nvSpPr>
          <p:spPr>
            <a:xfrm>
              <a:off x="-1" y="-2"/>
              <a:ext cx="9144300" cy="540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0"/>
            </a:p>
          </p:txBody>
        </p:sp>
      </p:grpSp>
      <p:sp>
        <p:nvSpPr>
          <p:cNvPr id="362" name="Google Shape;362;p33"/>
          <p:cNvSpPr txBox="1"/>
          <p:nvPr/>
        </p:nvSpPr>
        <p:spPr>
          <a:xfrm>
            <a:off x="21891333" y="1170028"/>
            <a:ext cx="24936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24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3" name="Google Shape;36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471867" y="-1499"/>
            <a:ext cx="1332533" cy="1332533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3"/>
          <p:cNvSpPr txBox="1">
            <a:spLocks noGrp="1"/>
          </p:cNvSpPr>
          <p:nvPr>
            <p:ph type="title"/>
          </p:nvPr>
        </p:nvSpPr>
        <p:spPr>
          <a:xfrm>
            <a:off x="864000" y="377663"/>
            <a:ext cx="19027200" cy="820674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5333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33"/>
          <p:cNvSpPr txBox="1">
            <a:spLocks noGrp="1"/>
          </p:cNvSpPr>
          <p:nvPr>
            <p:ph type="body" idx="1"/>
          </p:nvPr>
        </p:nvSpPr>
        <p:spPr>
          <a:xfrm>
            <a:off x="864000" y="2160000"/>
            <a:ext cx="21967200" cy="1038298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1219215" lvl="0" indent="-98214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5867">
                <a:latin typeface="Lexend"/>
                <a:ea typeface="Lexend"/>
                <a:cs typeface="Lexend"/>
                <a:sym typeface="Lexend"/>
              </a:defRPr>
            </a:lvl1pPr>
            <a:lvl2pPr marL="2438430" lvl="1" indent="-982146" rtl="0">
              <a:spcBef>
                <a:spcPts val="2667"/>
              </a:spcBef>
              <a:spcAft>
                <a:spcPts val="0"/>
              </a:spcAft>
              <a:buSzPts val="2200"/>
              <a:buFont typeface="Lexend"/>
              <a:buChar char="–"/>
              <a:defRPr sz="5867">
                <a:latin typeface="Lexend"/>
                <a:ea typeface="Lexend"/>
                <a:cs typeface="Lexend"/>
                <a:sym typeface="Lexend"/>
              </a:defRPr>
            </a:lvl2pPr>
            <a:lvl3pPr marL="3657646" lvl="2" indent="-948279" rtl="0">
              <a:spcBef>
                <a:spcPts val="2667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4876861" lvl="3" indent="-982146" rtl="0">
              <a:spcBef>
                <a:spcPts val="2133"/>
              </a:spcBef>
              <a:spcAft>
                <a:spcPts val="0"/>
              </a:spcAft>
              <a:buSzPts val="2200"/>
              <a:buFont typeface="Lexend"/>
              <a:buChar char="–"/>
              <a:defRPr sz="5867">
                <a:latin typeface="Lexend"/>
                <a:ea typeface="Lexend"/>
                <a:cs typeface="Lexend"/>
                <a:sym typeface="Lexend"/>
              </a:defRPr>
            </a:lvl4pPr>
            <a:lvl5pPr marL="6096076" lvl="4" indent="-914411" rtl="0">
              <a:spcBef>
                <a:spcPts val="2133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7315291" lvl="5" indent="-914411" rtl="0">
              <a:spcBef>
                <a:spcPts val="1600"/>
              </a:spcBef>
              <a:spcAft>
                <a:spcPts val="0"/>
              </a:spcAft>
              <a:buSzPts val="1800"/>
              <a:buFont typeface="Lexend"/>
              <a:buChar char="–"/>
              <a:defRPr sz="4800">
                <a:latin typeface="Lexend"/>
                <a:ea typeface="Lexend"/>
                <a:cs typeface="Lexend"/>
                <a:sym typeface="Lexend"/>
              </a:defRPr>
            </a:lvl6pPr>
            <a:lvl7pPr marL="8534507" lvl="6" indent="-914411" rtl="0">
              <a:spcBef>
                <a:spcPts val="1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9753722" lvl="7" indent="-914411" rtl="0">
              <a:spcBef>
                <a:spcPts val="1067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10972937" lvl="8" indent="-914411" rtl="0">
              <a:spcBef>
                <a:spcPts val="1067"/>
              </a:spcBef>
              <a:spcAft>
                <a:spcPts val="533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366" name="Google Shape;366;p33"/>
          <p:cNvSpPr txBox="1">
            <a:spLocks noGrp="1"/>
          </p:cNvSpPr>
          <p:nvPr>
            <p:ph type="body" idx="2"/>
          </p:nvPr>
        </p:nvSpPr>
        <p:spPr>
          <a:xfrm>
            <a:off x="864000" y="12662400"/>
            <a:ext cx="21910400" cy="2215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1219215" lvl="0" indent="-711209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1600">
                <a:solidFill>
                  <a:schemeClr val="dk2"/>
                </a:solidFill>
              </a:defRPr>
            </a:lvl1pPr>
            <a:lvl2pPr marL="2438430" lvl="1" indent="-711209">
              <a:spcBef>
                <a:spcPts val="26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2pPr>
            <a:lvl3pPr marL="3657646" lvl="2" indent="-711209">
              <a:spcBef>
                <a:spcPts val="26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3pPr>
            <a:lvl4pPr marL="4876861" lvl="3" indent="-711209"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4pPr>
            <a:lvl5pPr marL="6096076" lvl="4" indent="-711209"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5pPr>
            <a:lvl6pPr marL="7315291" lvl="5" indent="-711209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6pPr>
            <a:lvl7pPr marL="8534507" lvl="6" indent="-711209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7pPr>
            <a:lvl8pPr marL="9753722" lvl="7" indent="-711209">
              <a:spcBef>
                <a:spcPts val="10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8pPr>
            <a:lvl9pPr marL="10972937" lvl="8" indent="-711209">
              <a:spcBef>
                <a:spcPts val="1067"/>
              </a:spcBef>
              <a:spcAft>
                <a:spcPts val="533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4287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.06 CfU blank - jade ">
  <p:cSld name="2.06 CfU blank - jade "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57"/>
          <p:cNvPicPr preferRelativeResize="0"/>
          <p:nvPr/>
        </p:nvPicPr>
        <p:blipFill rotWithShape="1">
          <a:blip r:embed="rId2">
            <a:alphaModFix/>
          </a:blip>
          <a:srcRect t="1662" b="1672"/>
          <a:stretch/>
        </p:blipFill>
        <p:spPr>
          <a:xfrm>
            <a:off x="0" y="1420068"/>
            <a:ext cx="24403205" cy="311224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57"/>
          <p:cNvSpPr/>
          <p:nvPr/>
        </p:nvSpPr>
        <p:spPr>
          <a:xfrm>
            <a:off x="-3" y="-5"/>
            <a:ext cx="24384800" cy="1440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800"/>
          </a:p>
        </p:txBody>
      </p:sp>
      <p:pic>
        <p:nvPicPr>
          <p:cNvPr id="774" name="Google Shape;774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42894" y="-30597"/>
            <a:ext cx="1332533" cy="1332533"/>
          </a:xfrm>
          <a:prstGeom prst="rect">
            <a:avLst/>
          </a:prstGeom>
          <a:noFill/>
          <a:ln>
            <a:noFill/>
          </a:ln>
        </p:spPr>
      </p:pic>
      <p:sp>
        <p:nvSpPr>
          <p:cNvPr id="775" name="Google Shape;775;p57"/>
          <p:cNvSpPr txBox="1"/>
          <p:nvPr/>
        </p:nvSpPr>
        <p:spPr>
          <a:xfrm>
            <a:off x="22604160" y="1170001"/>
            <a:ext cx="16104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24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6" name="Google Shape;776;p57"/>
          <p:cNvSpPr txBox="1">
            <a:spLocks noGrp="1"/>
          </p:cNvSpPr>
          <p:nvPr>
            <p:ph type="title"/>
          </p:nvPr>
        </p:nvSpPr>
        <p:spPr>
          <a:xfrm>
            <a:off x="864000" y="377663"/>
            <a:ext cx="21027200" cy="820674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5333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77" name="Google Shape;777;p57"/>
          <p:cNvSpPr txBox="1">
            <a:spLocks noGrp="1"/>
          </p:cNvSpPr>
          <p:nvPr>
            <p:ph type="body" idx="1"/>
          </p:nvPr>
        </p:nvSpPr>
        <p:spPr>
          <a:xfrm>
            <a:off x="864000" y="2160000"/>
            <a:ext cx="21967200" cy="1038298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1219215" lvl="0" indent="-98214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5867">
                <a:latin typeface="Lexend"/>
                <a:ea typeface="Lexend"/>
                <a:cs typeface="Lexend"/>
                <a:sym typeface="Lexend"/>
              </a:defRPr>
            </a:lvl1pPr>
            <a:lvl2pPr marL="2438430" lvl="1" indent="-982146" rtl="0">
              <a:spcBef>
                <a:spcPts val="2667"/>
              </a:spcBef>
              <a:spcAft>
                <a:spcPts val="0"/>
              </a:spcAft>
              <a:buSzPts val="2200"/>
              <a:buFont typeface="Lexend"/>
              <a:buChar char="–"/>
              <a:defRPr sz="5867">
                <a:latin typeface="Lexend"/>
                <a:ea typeface="Lexend"/>
                <a:cs typeface="Lexend"/>
                <a:sym typeface="Lexend"/>
              </a:defRPr>
            </a:lvl2pPr>
            <a:lvl3pPr marL="3657646" lvl="2" indent="-948279" rtl="0">
              <a:spcBef>
                <a:spcPts val="2667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4876861" lvl="3" indent="-982146" rtl="0">
              <a:spcBef>
                <a:spcPts val="2133"/>
              </a:spcBef>
              <a:spcAft>
                <a:spcPts val="0"/>
              </a:spcAft>
              <a:buSzPts val="2200"/>
              <a:buFont typeface="Lexend"/>
              <a:buChar char="–"/>
              <a:defRPr sz="5867">
                <a:latin typeface="Lexend"/>
                <a:ea typeface="Lexend"/>
                <a:cs typeface="Lexend"/>
                <a:sym typeface="Lexend"/>
              </a:defRPr>
            </a:lvl4pPr>
            <a:lvl5pPr marL="6096076" lvl="4" indent="-914411" rtl="0">
              <a:spcBef>
                <a:spcPts val="2133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7315291" lvl="5" indent="-914411" rtl="0">
              <a:spcBef>
                <a:spcPts val="1600"/>
              </a:spcBef>
              <a:spcAft>
                <a:spcPts val="0"/>
              </a:spcAft>
              <a:buSzPts val="1800"/>
              <a:buFont typeface="Lexend"/>
              <a:buChar char="–"/>
              <a:defRPr sz="4800">
                <a:latin typeface="Lexend"/>
                <a:ea typeface="Lexend"/>
                <a:cs typeface="Lexend"/>
                <a:sym typeface="Lexend"/>
              </a:defRPr>
            </a:lvl6pPr>
            <a:lvl7pPr marL="8534507" lvl="6" indent="-914411" rtl="0">
              <a:spcBef>
                <a:spcPts val="1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9753722" lvl="7" indent="-914411" rtl="0">
              <a:spcBef>
                <a:spcPts val="1067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10972937" lvl="8" indent="-914411" rtl="0">
              <a:spcBef>
                <a:spcPts val="1067"/>
              </a:spcBef>
              <a:spcAft>
                <a:spcPts val="533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778" name="Google Shape;778;p57"/>
          <p:cNvSpPr txBox="1">
            <a:spLocks noGrp="1"/>
          </p:cNvSpPr>
          <p:nvPr>
            <p:ph type="body" idx="2"/>
          </p:nvPr>
        </p:nvSpPr>
        <p:spPr>
          <a:xfrm>
            <a:off x="864000" y="12662400"/>
            <a:ext cx="21910400" cy="2215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1219215" lvl="0" indent="-711209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1600">
                <a:solidFill>
                  <a:schemeClr val="dk2"/>
                </a:solidFill>
              </a:defRPr>
            </a:lvl1pPr>
            <a:lvl2pPr marL="2438430" lvl="1" indent="-711209">
              <a:spcBef>
                <a:spcPts val="26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2pPr>
            <a:lvl3pPr marL="3657646" lvl="2" indent="-711209">
              <a:spcBef>
                <a:spcPts val="26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3pPr>
            <a:lvl4pPr marL="4876861" lvl="3" indent="-711209"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4pPr>
            <a:lvl5pPr marL="6096076" lvl="4" indent="-711209"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5pPr>
            <a:lvl6pPr marL="7315291" lvl="5" indent="-711209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6pPr>
            <a:lvl7pPr marL="8534507" lvl="6" indent="-711209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7pPr>
            <a:lvl8pPr marL="9753722" lvl="7" indent="-711209">
              <a:spcBef>
                <a:spcPts val="10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8pPr>
            <a:lvl9pPr marL="10972937" lvl="8" indent="-711209">
              <a:spcBef>
                <a:spcPts val="1067"/>
              </a:spcBef>
              <a:spcAft>
                <a:spcPts val="533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271197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.07 Practice - jade 1">
  <p:cSld name="2.07 Practice - jade 1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p77"/>
          <p:cNvPicPr preferRelativeResize="0"/>
          <p:nvPr/>
        </p:nvPicPr>
        <p:blipFill rotWithShape="1">
          <a:blip r:embed="rId2">
            <a:alphaModFix/>
          </a:blip>
          <a:srcRect t="1662" b="1672"/>
          <a:stretch/>
        </p:blipFill>
        <p:spPr>
          <a:xfrm>
            <a:off x="0" y="1420068"/>
            <a:ext cx="24403205" cy="311224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77"/>
          <p:cNvSpPr/>
          <p:nvPr/>
        </p:nvSpPr>
        <p:spPr>
          <a:xfrm>
            <a:off x="-3" y="-5"/>
            <a:ext cx="24384800" cy="1440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37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77"/>
          <p:cNvSpPr txBox="1"/>
          <p:nvPr/>
        </p:nvSpPr>
        <p:spPr>
          <a:xfrm>
            <a:off x="22604160" y="1170000"/>
            <a:ext cx="1610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2400" b="1" i="0" u="none" strike="noStrike" cap="non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2400" b="1" i="0" u="none" strike="noStrike" cap="non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51" name="Google Shape;951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13315" y="-30597"/>
            <a:ext cx="1332533" cy="1332533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77"/>
          <p:cNvSpPr txBox="1"/>
          <p:nvPr/>
        </p:nvSpPr>
        <p:spPr>
          <a:xfrm>
            <a:off x="864000" y="116867"/>
            <a:ext cx="3511200" cy="10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5333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5333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7"/>
          <p:cNvSpPr txBox="1">
            <a:spLocks noGrp="1"/>
          </p:cNvSpPr>
          <p:nvPr>
            <p:ph type="title"/>
          </p:nvPr>
        </p:nvSpPr>
        <p:spPr>
          <a:xfrm>
            <a:off x="3864800" y="391133"/>
            <a:ext cx="15310400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54" name="Google Shape;954;p77"/>
          <p:cNvSpPr txBox="1">
            <a:spLocks noGrp="1"/>
          </p:cNvSpPr>
          <p:nvPr>
            <p:ph type="body" idx="1"/>
          </p:nvPr>
        </p:nvSpPr>
        <p:spPr>
          <a:xfrm>
            <a:off x="864000" y="2160000"/>
            <a:ext cx="21967200" cy="103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19215" lvl="0" indent="-98214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5867">
                <a:latin typeface="Lexend"/>
                <a:ea typeface="Lexend"/>
                <a:cs typeface="Lexend"/>
                <a:sym typeface="Lexend"/>
              </a:defRPr>
            </a:lvl1pPr>
            <a:lvl2pPr marL="2438430" lvl="1" indent="-982146" algn="l">
              <a:lnSpc>
                <a:spcPct val="130000"/>
              </a:lnSpc>
              <a:spcBef>
                <a:spcPts val="2667"/>
              </a:spcBef>
              <a:spcAft>
                <a:spcPts val="0"/>
              </a:spcAft>
              <a:buSzPts val="2200"/>
              <a:buFont typeface="Lexend"/>
              <a:buChar char="–"/>
              <a:defRPr sz="5867">
                <a:latin typeface="Lexend"/>
                <a:ea typeface="Lexend"/>
                <a:cs typeface="Lexend"/>
                <a:sym typeface="Lexend"/>
              </a:defRPr>
            </a:lvl2pPr>
            <a:lvl3pPr marL="3657646" lvl="2" indent="-948279" algn="l">
              <a:lnSpc>
                <a:spcPct val="130000"/>
              </a:lnSpc>
              <a:spcBef>
                <a:spcPts val="2667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4876861" lvl="3" indent="-982146" algn="l">
              <a:lnSpc>
                <a:spcPct val="130000"/>
              </a:lnSpc>
              <a:spcBef>
                <a:spcPts val="2133"/>
              </a:spcBef>
              <a:spcAft>
                <a:spcPts val="0"/>
              </a:spcAft>
              <a:buSzPts val="2200"/>
              <a:buFont typeface="Lexend"/>
              <a:buChar char="–"/>
              <a:defRPr sz="5867">
                <a:latin typeface="Lexend"/>
                <a:ea typeface="Lexend"/>
                <a:cs typeface="Lexend"/>
                <a:sym typeface="Lexend"/>
              </a:defRPr>
            </a:lvl4pPr>
            <a:lvl5pPr marL="6096076" lvl="4" indent="-914411" algn="l">
              <a:lnSpc>
                <a:spcPct val="130000"/>
              </a:lnSpc>
              <a:spcBef>
                <a:spcPts val="2133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7315291" lvl="5" indent="-914411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xend"/>
              <a:buChar char="–"/>
              <a:defRPr sz="4800">
                <a:latin typeface="Lexend"/>
                <a:ea typeface="Lexend"/>
                <a:cs typeface="Lexend"/>
                <a:sym typeface="Lexend"/>
              </a:defRPr>
            </a:lvl6pPr>
            <a:lvl7pPr marL="8534507" lvl="6" indent="-914411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9753722" lvl="7" indent="-914411" algn="l">
              <a:lnSpc>
                <a:spcPct val="130000"/>
              </a:lnSpc>
              <a:spcBef>
                <a:spcPts val="1067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10972937" lvl="8" indent="-914411" algn="l">
              <a:lnSpc>
                <a:spcPct val="130000"/>
              </a:lnSpc>
              <a:spcBef>
                <a:spcPts val="1067"/>
              </a:spcBef>
              <a:spcAft>
                <a:spcPts val="533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955" name="Google Shape;955;p77"/>
          <p:cNvSpPr txBox="1">
            <a:spLocks noGrp="1"/>
          </p:cNvSpPr>
          <p:nvPr>
            <p:ph type="body" idx="2"/>
          </p:nvPr>
        </p:nvSpPr>
        <p:spPr>
          <a:xfrm>
            <a:off x="864000" y="12662400"/>
            <a:ext cx="21910400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19215" lvl="0" indent="-711209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1600">
                <a:solidFill>
                  <a:schemeClr val="dk2"/>
                </a:solidFill>
              </a:defRPr>
            </a:lvl1pPr>
            <a:lvl2pPr marL="2438430" lvl="1" indent="-711209" algn="l">
              <a:lnSpc>
                <a:spcPct val="130000"/>
              </a:lnSpc>
              <a:spcBef>
                <a:spcPts val="26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2pPr>
            <a:lvl3pPr marL="3657646" lvl="2" indent="-711209" algn="l">
              <a:lnSpc>
                <a:spcPct val="130000"/>
              </a:lnSpc>
              <a:spcBef>
                <a:spcPts val="26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3pPr>
            <a:lvl4pPr marL="4876861" lvl="3" indent="-711209" algn="l">
              <a:lnSpc>
                <a:spcPct val="130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4pPr>
            <a:lvl5pPr marL="6096076" lvl="4" indent="-711209" algn="l">
              <a:lnSpc>
                <a:spcPct val="130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5pPr>
            <a:lvl6pPr marL="7315291" lvl="5" indent="-711209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6pPr>
            <a:lvl7pPr marL="8534507" lvl="6" indent="-711209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7pPr>
            <a:lvl8pPr marL="9753722" lvl="7" indent="-711209" algn="l">
              <a:lnSpc>
                <a:spcPct val="130000"/>
              </a:lnSpc>
              <a:spcBef>
                <a:spcPts val="10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8pPr>
            <a:lvl9pPr marL="10972937" lvl="8" indent="-711209" algn="l">
              <a:lnSpc>
                <a:spcPct val="130000"/>
              </a:lnSpc>
              <a:spcBef>
                <a:spcPts val="1067"/>
              </a:spcBef>
              <a:spcAft>
                <a:spcPts val="533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3432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.08 Feedback - jade 1">
  <p:cSld name="2.08 Feedback - jade 1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78"/>
          <p:cNvPicPr preferRelativeResize="0"/>
          <p:nvPr/>
        </p:nvPicPr>
        <p:blipFill rotWithShape="1">
          <a:blip r:embed="rId2">
            <a:alphaModFix/>
          </a:blip>
          <a:srcRect t="1662" b="1672"/>
          <a:stretch/>
        </p:blipFill>
        <p:spPr>
          <a:xfrm>
            <a:off x="0" y="1420068"/>
            <a:ext cx="24403205" cy="311224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78"/>
          <p:cNvSpPr/>
          <p:nvPr/>
        </p:nvSpPr>
        <p:spPr>
          <a:xfrm>
            <a:off x="-3" y="-5"/>
            <a:ext cx="24384800" cy="1440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37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78"/>
          <p:cNvSpPr txBox="1"/>
          <p:nvPr/>
        </p:nvSpPr>
        <p:spPr>
          <a:xfrm>
            <a:off x="22604160" y="1170000"/>
            <a:ext cx="1610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2400" b="1" i="0" u="none" strike="noStrike" cap="none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2400" b="1" i="0" u="none" strike="noStrike" cap="none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60" name="Google Shape;960;p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42894" y="-30597"/>
            <a:ext cx="1332533" cy="1332533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78"/>
          <p:cNvSpPr txBox="1"/>
          <p:nvPr/>
        </p:nvSpPr>
        <p:spPr>
          <a:xfrm>
            <a:off x="864000" y="116867"/>
            <a:ext cx="3511200" cy="10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5333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5333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8"/>
          <p:cNvSpPr txBox="1">
            <a:spLocks noGrp="1"/>
          </p:cNvSpPr>
          <p:nvPr>
            <p:ph type="title"/>
          </p:nvPr>
        </p:nvSpPr>
        <p:spPr>
          <a:xfrm>
            <a:off x="3864800" y="391133"/>
            <a:ext cx="15310400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63" name="Google Shape;963;p78"/>
          <p:cNvSpPr txBox="1">
            <a:spLocks noGrp="1"/>
          </p:cNvSpPr>
          <p:nvPr>
            <p:ph type="body" idx="1"/>
          </p:nvPr>
        </p:nvSpPr>
        <p:spPr>
          <a:xfrm>
            <a:off x="864000" y="2160000"/>
            <a:ext cx="21967200" cy="103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19215" lvl="0" indent="-98214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5867">
                <a:latin typeface="Lexend"/>
                <a:ea typeface="Lexend"/>
                <a:cs typeface="Lexend"/>
                <a:sym typeface="Lexend"/>
              </a:defRPr>
            </a:lvl1pPr>
            <a:lvl2pPr marL="2438430" lvl="1" indent="-982146" algn="l">
              <a:lnSpc>
                <a:spcPct val="130000"/>
              </a:lnSpc>
              <a:spcBef>
                <a:spcPts val="2667"/>
              </a:spcBef>
              <a:spcAft>
                <a:spcPts val="0"/>
              </a:spcAft>
              <a:buSzPts val="2200"/>
              <a:buFont typeface="Lexend"/>
              <a:buChar char="–"/>
              <a:defRPr sz="5867">
                <a:latin typeface="Lexend"/>
                <a:ea typeface="Lexend"/>
                <a:cs typeface="Lexend"/>
                <a:sym typeface="Lexend"/>
              </a:defRPr>
            </a:lvl2pPr>
            <a:lvl3pPr marL="3657646" lvl="2" indent="-948279" algn="l">
              <a:lnSpc>
                <a:spcPct val="130000"/>
              </a:lnSpc>
              <a:spcBef>
                <a:spcPts val="2667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4876861" lvl="3" indent="-982146" algn="l">
              <a:lnSpc>
                <a:spcPct val="130000"/>
              </a:lnSpc>
              <a:spcBef>
                <a:spcPts val="2133"/>
              </a:spcBef>
              <a:spcAft>
                <a:spcPts val="0"/>
              </a:spcAft>
              <a:buSzPts val="2200"/>
              <a:buFont typeface="Lexend"/>
              <a:buChar char="–"/>
              <a:defRPr sz="5867">
                <a:latin typeface="Lexend"/>
                <a:ea typeface="Lexend"/>
                <a:cs typeface="Lexend"/>
                <a:sym typeface="Lexend"/>
              </a:defRPr>
            </a:lvl4pPr>
            <a:lvl5pPr marL="6096076" lvl="4" indent="-914411" algn="l">
              <a:lnSpc>
                <a:spcPct val="130000"/>
              </a:lnSpc>
              <a:spcBef>
                <a:spcPts val="2133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7315291" lvl="5" indent="-914411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xend"/>
              <a:buChar char="–"/>
              <a:defRPr sz="4800">
                <a:latin typeface="Lexend"/>
                <a:ea typeface="Lexend"/>
                <a:cs typeface="Lexend"/>
                <a:sym typeface="Lexend"/>
              </a:defRPr>
            </a:lvl6pPr>
            <a:lvl7pPr marL="8534507" lvl="6" indent="-914411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9753722" lvl="7" indent="-914411" algn="l">
              <a:lnSpc>
                <a:spcPct val="130000"/>
              </a:lnSpc>
              <a:spcBef>
                <a:spcPts val="1067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10972937" lvl="8" indent="-914411" algn="l">
              <a:lnSpc>
                <a:spcPct val="130000"/>
              </a:lnSpc>
              <a:spcBef>
                <a:spcPts val="1067"/>
              </a:spcBef>
              <a:spcAft>
                <a:spcPts val="533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964" name="Google Shape;964;p78"/>
          <p:cNvSpPr txBox="1">
            <a:spLocks noGrp="1"/>
          </p:cNvSpPr>
          <p:nvPr>
            <p:ph type="body" idx="2"/>
          </p:nvPr>
        </p:nvSpPr>
        <p:spPr>
          <a:xfrm>
            <a:off x="864000" y="12662400"/>
            <a:ext cx="21910400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19215" lvl="0" indent="-711209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1600">
                <a:solidFill>
                  <a:schemeClr val="dk2"/>
                </a:solidFill>
              </a:defRPr>
            </a:lvl1pPr>
            <a:lvl2pPr marL="2438430" lvl="1" indent="-711209" algn="l">
              <a:lnSpc>
                <a:spcPct val="130000"/>
              </a:lnSpc>
              <a:spcBef>
                <a:spcPts val="26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2pPr>
            <a:lvl3pPr marL="3657646" lvl="2" indent="-711209" algn="l">
              <a:lnSpc>
                <a:spcPct val="130000"/>
              </a:lnSpc>
              <a:spcBef>
                <a:spcPts val="26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3pPr>
            <a:lvl4pPr marL="4876861" lvl="3" indent="-711209" algn="l">
              <a:lnSpc>
                <a:spcPct val="130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4pPr>
            <a:lvl5pPr marL="6096076" lvl="4" indent="-711209" algn="l">
              <a:lnSpc>
                <a:spcPct val="130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5pPr>
            <a:lvl6pPr marL="7315291" lvl="5" indent="-711209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6pPr>
            <a:lvl7pPr marL="8534507" lvl="6" indent="-711209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7pPr>
            <a:lvl8pPr marL="9753722" lvl="7" indent="-711209" algn="l">
              <a:lnSpc>
                <a:spcPct val="130000"/>
              </a:lnSpc>
              <a:spcBef>
                <a:spcPts val="10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8pPr>
            <a:lvl9pPr marL="10972937" lvl="8" indent="-711209" algn="l">
              <a:lnSpc>
                <a:spcPct val="130000"/>
              </a:lnSpc>
              <a:spcBef>
                <a:spcPts val="1067"/>
              </a:spcBef>
              <a:spcAft>
                <a:spcPts val="533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93127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9.6 Summary 1 1">
  <p:cSld name="9.6 Summary 1 1"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6" name="Google Shape;966;p79"/>
          <p:cNvGrpSpPr/>
          <p:nvPr/>
        </p:nvGrpSpPr>
        <p:grpSpPr>
          <a:xfrm>
            <a:off x="0" y="0"/>
            <a:ext cx="24403205" cy="1740091"/>
            <a:chOff x="0" y="0"/>
            <a:chExt cx="9151202" cy="652534"/>
          </a:xfrm>
        </p:grpSpPr>
        <p:sp>
          <p:nvSpPr>
            <p:cNvPr id="967" name="Google Shape;967;p79"/>
            <p:cNvSpPr/>
            <p:nvPr/>
          </p:nvSpPr>
          <p:spPr>
            <a:xfrm>
              <a:off x="0" y="0"/>
              <a:ext cx="9144300" cy="540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37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8" name="Google Shape;968;p79"/>
            <p:cNvPicPr preferRelativeResize="0"/>
            <p:nvPr/>
          </p:nvPicPr>
          <p:blipFill rotWithShape="1">
            <a:blip r:embed="rId2">
              <a:alphaModFix/>
            </a:blip>
            <a:srcRect t="1699" b="1709"/>
            <a:stretch/>
          </p:blipFill>
          <p:spPr>
            <a:xfrm>
              <a:off x="0" y="5358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9" name="Google Shape;969;p79"/>
          <p:cNvSpPr txBox="1"/>
          <p:nvPr/>
        </p:nvSpPr>
        <p:spPr>
          <a:xfrm>
            <a:off x="864000" y="116867"/>
            <a:ext cx="3511200" cy="10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5333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5333" b="1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79"/>
          <p:cNvSpPr txBox="1">
            <a:spLocks noGrp="1"/>
          </p:cNvSpPr>
          <p:nvPr>
            <p:ph type="title"/>
          </p:nvPr>
        </p:nvSpPr>
        <p:spPr>
          <a:xfrm>
            <a:off x="4492800" y="317667"/>
            <a:ext cx="15310400" cy="943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5333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71" name="Google Shape;971;p79"/>
          <p:cNvSpPr txBox="1">
            <a:spLocks noGrp="1"/>
          </p:cNvSpPr>
          <p:nvPr>
            <p:ph type="body" idx="1"/>
          </p:nvPr>
        </p:nvSpPr>
        <p:spPr>
          <a:xfrm>
            <a:off x="864000" y="2160000"/>
            <a:ext cx="21967200" cy="103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19215" lvl="0" indent="-98214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5867">
                <a:latin typeface="Lexend"/>
                <a:ea typeface="Lexend"/>
                <a:cs typeface="Lexend"/>
                <a:sym typeface="Lexend"/>
              </a:defRPr>
            </a:lvl1pPr>
            <a:lvl2pPr marL="2438430" lvl="1" indent="-982146" algn="l">
              <a:lnSpc>
                <a:spcPct val="130000"/>
              </a:lnSpc>
              <a:spcBef>
                <a:spcPts val="2667"/>
              </a:spcBef>
              <a:spcAft>
                <a:spcPts val="0"/>
              </a:spcAft>
              <a:buSzPts val="2200"/>
              <a:buFont typeface="Lexend"/>
              <a:buChar char="–"/>
              <a:defRPr sz="5867">
                <a:latin typeface="Lexend"/>
                <a:ea typeface="Lexend"/>
                <a:cs typeface="Lexend"/>
                <a:sym typeface="Lexend"/>
              </a:defRPr>
            </a:lvl2pPr>
            <a:lvl3pPr marL="3657646" lvl="2" indent="-948279" algn="l">
              <a:lnSpc>
                <a:spcPct val="130000"/>
              </a:lnSpc>
              <a:spcBef>
                <a:spcPts val="2667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4876861" lvl="3" indent="-982146" algn="l">
              <a:lnSpc>
                <a:spcPct val="130000"/>
              </a:lnSpc>
              <a:spcBef>
                <a:spcPts val="2133"/>
              </a:spcBef>
              <a:spcAft>
                <a:spcPts val="0"/>
              </a:spcAft>
              <a:buSzPts val="2200"/>
              <a:buFont typeface="Lexend"/>
              <a:buChar char="–"/>
              <a:defRPr sz="5867">
                <a:latin typeface="Lexend"/>
                <a:ea typeface="Lexend"/>
                <a:cs typeface="Lexend"/>
                <a:sym typeface="Lexend"/>
              </a:defRPr>
            </a:lvl4pPr>
            <a:lvl5pPr marL="6096076" lvl="4" indent="-914411" algn="l">
              <a:lnSpc>
                <a:spcPct val="130000"/>
              </a:lnSpc>
              <a:spcBef>
                <a:spcPts val="2133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7315291" lvl="5" indent="-914411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xend"/>
              <a:buChar char="–"/>
              <a:defRPr sz="4800">
                <a:latin typeface="Lexend"/>
                <a:ea typeface="Lexend"/>
                <a:cs typeface="Lexend"/>
                <a:sym typeface="Lexend"/>
              </a:defRPr>
            </a:lvl6pPr>
            <a:lvl7pPr marL="8534507" lvl="6" indent="-914411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9753722" lvl="7" indent="-914411" algn="l">
              <a:lnSpc>
                <a:spcPct val="130000"/>
              </a:lnSpc>
              <a:spcBef>
                <a:spcPts val="1067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10972937" lvl="8" indent="-914411" algn="l">
              <a:lnSpc>
                <a:spcPct val="130000"/>
              </a:lnSpc>
              <a:spcBef>
                <a:spcPts val="1067"/>
              </a:spcBef>
              <a:spcAft>
                <a:spcPts val="533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972" name="Google Shape;972;p79"/>
          <p:cNvSpPr txBox="1">
            <a:spLocks noGrp="1"/>
          </p:cNvSpPr>
          <p:nvPr>
            <p:ph type="body" idx="2"/>
          </p:nvPr>
        </p:nvSpPr>
        <p:spPr>
          <a:xfrm>
            <a:off x="864000" y="12662400"/>
            <a:ext cx="21910400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19215" lvl="0" indent="-711209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1600">
                <a:solidFill>
                  <a:schemeClr val="dk2"/>
                </a:solidFill>
              </a:defRPr>
            </a:lvl1pPr>
            <a:lvl2pPr marL="2438430" lvl="1" indent="-711209" algn="l">
              <a:lnSpc>
                <a:spcPct val="130000"/>
              </a:lnSpc>
              <a:spcBef>
                <a:spcPts val="26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2pPr>
            <a:lvl3pPr marL="3657646" lvl="2" indent="-711209" algn="l">
              <a:lnSpc>
                <a:spcPct val="130000"/>
              </a:lnSpc>
              <a:spcBef>
                <a:spcPts val="26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3pPr>
            <a:lvl4pPr marL="4876861" lvl="3" indent="-711209" algn="l">
              <a:lnSpc>
                <a:spcPct val="130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4pPr>
            <a:lvl5pPr marL="6096076" lvl="4" indent="-711209" algn="l">
              <a:lnSpc>
                <a:spcPct val="130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5pPr>
            <a:lvl6pPr marL="7315291" lvl="5" indent="-711209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6pPr>
            <a:lvl7pPr marL="8534507" lvl="6" indent="-711209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7pPr>
            <a:lvl8pPr marL="9753722" lvl="7" indent="-711209" algn="l">
              <a:lnSpc>
                <a:spcPct val="130000"/>
              </a:lnSpc>
              <a:spcBef>
                <a:spcPts val="10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8pPr>
            <a:lvl9pPr marL="10972937" lvl="8" indent="-711209" algn="l">
              <a:lnSpc>
                <a:spcPct val="130000"/>
              </a:lnSpc>
              <a:spcBef>
                <a:spcPts val="1067"/>
              </a:spcBef>
              <a:spcAft>
                <a:spcPts val="533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6665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.00 Explanation blank - purple ">
  <p:cSld name="1.00 Explanation blank - purple 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32"/>
          <p:cNvGrpSpPr/>
          <p:nvPr/>
        </p:nvGrpSpPr>
        <p:grpSpPr>
          <a:xfrm>
            <a:off x="-1" y="-4"/>
            <a:ext cx="24403208" cy="1731272"/>
            <a:chOff x="-1" y="-2"/>
            <a:chExt cx="9151203" cy="649227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0" y="532525"/>
              <a:ext cx="9151202" cy="11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/>
            <p:nvPr/>
          </p:nvSpPr>
          <p:spPr>
            <a:xfrm>
              <a:off x="-1" y="-2"/>
              <a:ext cx="9147600" cy="540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800"/>
            </a:p>
          </p:txBody>
        </p:sp>
      </p:grpSp>
      <p:sp>
        <p:nvSpPr>
          <p:cNvPr id="353" name="Google Shape;353;p32"/>
          <p:cNvSpPr txBox="1">
            <a:spLocks noGrp="1"/>
          </p:cNvSpPr>
          <p:nvPr>
            <p:ph type="body" idx="1"/>
          </p:nvPr>
        </p:nvSpPr>
        <p:spPr>
          <a:xfrm>
            <a:off x="864000" y="2160000"/>
            <a:ext cx="21967200" cy="1038298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1219215" lvl="0" indent="-98214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5867">
                <a:latin typeface="Lexend"/>
                <a:ea typeface="Lexend"/>
                <a:cs typeface="Lexend"/>
                <a:sym typeface="Lexend"/>
              </a:defRPr>
            </a:lvl1pPr>
            <a:lvl2pPr marL="2438430" lvl="1" indent="-982146" rtl="0">
              <a:spcBef>
                <a:spcPts val="2667"/>
              </a:spcBef>
              <a:spcAft>
                <a:spcPts val="0"/>
              </a:spcAft>
              <a:buSzPts val="2200"/>
              <a:buFont typeface="Lexend"/>
              <a:buChar char="–"/>
              <a:defRPr sz="5867">
                <a:latin typeface="Lexend"/>
                <a:ea typeface="Lexend"/>
                <a:cs typeface="Lexend"/>
                <a:sym typeface="Lexend"/>
              </a:defRPr>
            </a:lvl2pPr>
            <a:lvl3pPr marL="3657646" lvl="2" indent="-948279" rtl="0">
              <a:spcBef>
                <a:spcPts val="2667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4876861" lvl="3" indent="-982146" rtl="0">
              <a:spcBef>
                <a:spcPts val="2133"/>
              </a:spcBef>
              <a:spcAft>
                <a:spcPts val="0"/>
              </a:spcAft>
              <a:buSzPts val="2200"/>
              <a:buFont typeface="Lexend"/>
              <a:buChar char="–"/>
              <a:defRPr sz="5867">
                <a:latin typeface="Lexend"/>
                <a:ea typeface="Lexend"/>
                <a:cs typeface="Lexend"/>
                <a:sym typeface="Lexend"/>
              </a:defRPr>
            </a:lvl4pPr>
            <a:lvl5pPr marL="6096076" lvl="4" indent="-914411" rtl="0">
              <a:spcBef>
                <a:spcPts val="2133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7315291" lvl="5" indent="-914411" rtl="0">
              <a:spcBef>
                <a:spcPts val="1600"/>
              </a:spcBef>
              <a:spcAft>
                <a:spcPts val="0"/>
              </a:spcAft>
              <a:buSzPts val="1800"/>
              <a:buFont typeface="Lexend"/>
              <a:buChar char="–"/>
              <a:defRPr sz="4800">
                <a:latin typeface="Lexend"/>
                <a:ea typeface="Lexend"/>
                <a:cs typeface="Lexend"/>
                <a:sym typeface="Lexend"/>
              </a:defRPr>
            </a:lvl6pPr>
            <a:lvl7pPr marL="8534507" lvl="6" indent="-914411" rtl="0">
              <a:spcBef>
                <a:spcPts val="1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9753722" lvl="7" indent="-914411" rtl="0">
              <a:spcBef>
                <a:spcPts val="1067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10972937" lvl="8" indent="-914411" rtl="0">
              <a:spcBef>
                <a:spcPts val="1067"/>
              </a:spcBef>
              <a:spcAft>
                <a:spcPts val="533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pic>
        <p:nvPicPr>
          <p:cNvPr id="354" name="Google Shape;35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471867" y="-1499"/>
            <a:ext cx="1332533" cy="1332533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1891333" y="1170028"/>
            <a:ext cx="24936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24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>
            <a:spLocks noGrp="1"/>
          </p:cNvSpPr>
          <p:nvPr>
            <p:ph type="title"/>
          </p:nvPr>
        </p:nvSpPr>
        <p:spPr>
          <a:xfrm>
            <a:off x="864000" y="377663"/>
            <a:ext cx="19027200" cy="820674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5333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32"/>
          <p:cNvSpPr txBox="1">
            <a:spLocks noGrp="1"/>
          </p:cNvSpPr>
          <p:nvPr>
            <p:ph type="body" idx="2"/>
          </p:nvPr>
        </p:nvSpPr>
        <p:spPr>
          <a:xfrm>
            <a:off x="864000" y="12662400"/>
            <a:ext cx="21910400" cy="2215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1219215" lvl="0" indent="-711209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1600">
                <a:solidFill>
                  <a:schemeClr val="dk2"/>
                </a:solidFill>
              </a:defRPr>
            </a:lvl1pPr>
            <a:lvl2pPr marL="2438430" lvl="1" indent="-711209">
              <a:spcBef>
                <a:spcPts val="26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2pPr>
            <a:lvl3pPr marL="3657646" lvl="2" indent="-711209">
              <a:spcBef>
                <a:spcPts val="26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3pPr>
            <a:lvl4pPr marL="4876861" lvl="3" indent="-711209"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4pPr>
            <a:lvl5pPr marL="6096076" lvl="4" indent="-711209"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5pPr>
            <a:lvl6pPr marL="7315291" lvl="5" indent="-711209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6pPr>
            <a:lvl7pPr marL="8534507" lvl="6" indent="-711209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7pPr>
            <a:lvl8pPr marL="9753722" lvl="7" indent="-711209">
              <a:spcBef>
                <a:spcPts val="10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8pPr>
            <a:lvl9pPr marL="10972937" lvl="8" indent="-711209">
              <a:spcBef>
                <a:spcPts val="1067"/>
              </a:spcBef>
              <a:spcAft>
                <a:spcPts val="533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042488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.06 CfU blank - purple ">
  <p:cSld name="1.06 CfU blank - purple ">
    <p:spTree>
      <p:nvGrpSpPr>
        <p:cNvPr id="1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420068"/>
            <a:ext cx="24403205" cy="311224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56"/>
          <p:cNvSpPr/>
          <p:nvPr/>
        </p:nvSpPr>
        <p:spPr>
          <a:xfrm>
            <a:off x="-3" y="-5"/>
            <a:ext cx="24384800" cy="144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800"/>
          </a:p>
        </p:txBody>
      </p:sp>
      <p:pic>
        <p:nvPicPr>
          <p:cNvPr id="766" name="Google Shape;766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42894" y="-30597"/>
            <a:ext cx="1332533" cy="1332533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56"/>
          <p:cNvSpPr txBox="1"/>
          <p:nvPr/>
        </p:nvSpPr>
        <p:spPr>
          <a:xfrm>
            <a:off x="22604160" y="1170001"/>
            <a:ext cx="1610400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24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56"/>
          <p:cNvSpPr txBox="1">
            <a:spLocks noGrp="1"/>
          </p:cNvSpPr>
          <p:nvPr>
            <p:ph type="title"/>
          </p:nvPr>
        </p:nvSpPr>
        <p:spPr>
          <a:xfrm>
            <a:off x="864000" y="377663"/>
            <a:ext cx="21027200" cy="820674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5333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9" name="Google Shape;769;p56"/>
          <p:cNvSpPr txBox="1">
            <a:spLocks noGrp="1"/>
          </p:cNvSpPr>
          <p:nvPr>
            <p:ph type="body" idx="1"/>
          </p:nvPr>
        </p:nvSpPr>
        <p:spPr>
          <a:xfrm>
            <a:off x="864000" y="2160000"/>
            <a:ext cx="21967200" cy="1038298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1219215" lvl="0" indent="-98214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5867">
                <a:latin typeface="Lexend"/>
                <a:ea typeface="Lexend"/>
                <a:cs typeface="Lexend"/>
                <a:sym typeface="Lexend"/>
              </a:defRPr>
            </a:lvl1pPr>
            <a:lvl2pPr marL="2438430" lvl="1" indent="-982146" rtl="0">
              <a:spcBef>
                <a:spcPts val="2667"/>
              </a:spcBef>
              <a:spcAft>
                <a:spcPts val="0"/>
              </a:spcAft>
              <a:buSzPts val="2200"/>
              <a:buFont typeface="Lexend"/>
              <a:buChar char="–"/>
              <a:defRPr sz="5867">
                <a:latin typeface="Lexend"/>
                <a:ea typeface="Lexend"/>
                <a:cs typeface="Lexend"/>
                <a:sym typeface="Lexend"/>
              </a:defRPr>
            </a:lvl2pPr>
            <a:lvl3pPr marL="3657646" lvl="2" indent="-948279" rtl="0">
              <a:spcBef>
                <a:spcPts val="2667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4876861" lvl="3" indent="-982146" rtl="0">
              <a:spcBef>
                <a:spcPts val="2133"/>
              </a:spcBef>
              <a:spcAft>
                <a:spcPts val="0"/>
              </a:spcAft>
              <a:buSzPts val="2200"/>
              <a:buFont typeface="Lexend"/>
              <a:buChar char="–"/>
              <a:defRPr sz="5867">
                <a:latin typeface="Lexend"/>
                <a:ea typeface="Lexend"/>
                <a:cs typeface="Lexend"/>
                <a:sym typeface="Lexend"/>
              </a:defRPr>
            </a:lvl4pPr>
            <a:lvl5pPr marL="6096076" lvl="4" indent="-914411" rtl="0">
              <a:spcBef>
                <a:spcPts val="2133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7315291" lvl="5" indent="-914411" rtl="0">
              <a:spcBef>
                <a:spcPts val="1600"/>
              </a:spcBef>
              <a:spcAft>
                <a:spcPts val="0"/>
              </a:spcAft>
              <a:buSzPts val="1800"/>
              <a:buFont typeface="Lexend"/>
              <a:buChar char="–"/>
              <a:defRPr sz="4800">
                <a:latin typeface="Lexend"/>
                <a:ea typeface="Lexend"/>
                <a:cs typeface="Lexend"/>
                <a:sym typeface="Lexend"/>
              </a:defRPr>
            </a:lvl6pPr>
            <a:lvl7pPr marL="8534507" lvl="6" indent="-914411" rtl="0">
              <a:spcBef>
                <a:spcPts val="1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9753722" lvl="7" indent="-914411" rtl="0">
              <a:spcBef>
                <a:spcPts val="1067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10972937" lvl="8" indent="-914411" rtl="0">
              <a:spcBef>
                <a:spcPts val="1067"/>
              </a:spcBef>
              <a:spcAft>
                <a:spcPts val="533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770" name="Google Shape;770;p56"/>
          <p:cNvSpPr txBox="1">
            <a:spLocks noGrp="1"/>
          </p:cNvSpPr>
          <p:nvPr>
            <p:ph type="body" idx="2"/>
          </p:nvPr>
        </p:nvSpPr>
        <p:spPr>
          <a:xfrm>
            <a:off x="864000" y="12662400"/>
            <a:ext cx="21910400" cy="221599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1219215" lvl="0" indent="-711209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1600">
                <a:solidFill>
                  <a:schemeClr val="dk2"/>
                </a:solidFill>
              </a:defRPr>
            </a:lvl1pPr>
            <a:lvl2pPr marL="2438430" lvl="1" indent="-711209">
              <a:spcBef>
                <a:spcPts val="26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2pPr>
            <a:lvl3pPr marL="3657646" lvl="2" indent="-711209">
              <a:spcBef>
                <a:spcPts val="26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3pPr>
            <a:lvl4pPr marL="4876861" lvl="3" indent="-711209"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4pPr>
            <a:lvl5pPr marL="6096076" lvl="4" indent="-711209"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5pPr>
            <a:lvl6pPr marL="7315291" lvl="5" indent="-711209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6pPr>
            <a:lvl7pPr marL="8534507" lvl="6" indent="-711209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7pPr>
            <a:lvl8pPr marL="9753722" lvl="7" indent="-711209">
              <a:spcBef>
                <a:spcPts val="10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8pPr>
            <a:lvl9pPr marL="10972937" lvl="8" indent="-711209">
              <a:spcBef>
                <a:spcPts val="1067"/>
              </a:spcBef>
              <a:spcAft>
                <a:spcPts val="533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64230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.07 Practice - purple  1">
  <p:cSld name="1.07 Practice - purple  1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420068"/>
            <a:ext cx="24403205" cy="311224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74"/>
          <p:cNvSpPr/>
          <p:nvPr/>
        </p:nvSpPr>
        <p:spPr>
          <a:xfrm>
            <a:off x="-3" y="-5"/>
            <a:ext cx="24384800" cy="144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37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6" name="Google Shape;916;p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13315" y="-30597"/>
            <a:ext cx="1332533" cy="1332533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74"/>
          <p:cNvSpPr txBox="1"/>
          <p:nvPr/>
        </p:nvSpPr>
        <p:spPr>
          <a:xfrm>
            <a:off x="22604160" y="1170000"/>
            <a:ext cx="1610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2400" b="1" i="0" u="none" strike="noStrike" cap="none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2400" b="1" i="0" u="none" strike="noStrike" cap="none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4"/>
          <p:cNvSpPr txBox="1"/>
          <p:nvPr/>
        </p:nvSpPr>
        <p:spPr>
          <a:xfrm>
            <a:off x="864000" y="116867"/>
            <a:ext cx="3511200" cy="10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5333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5333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4"/>
          <p:cNvSpPr txBox="1">
            <a:spLocks noGrp="1"/>
          </p:cNvSpPr>
          <p:nvPr>
            <p:ph type="title"/>
          </p:nvPr>
        </p:nvSpPr>
        <p:spPr>
          <a:xfrm>
            <a:off x="3864800" y="391133"/>
            <a:ext cx="15310400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0" name="Google Shape;920;p74"/>
          <p:cNvSpPr txBox="1">
            <a:spLocks noGrp="1"/>
          </p:cNvSpPr>
          <p:nvPr>
            <p:ph type="body" idx="1"/>
          </p:nvPr>
        </p:nvSpPr>
        <p:spPr>
          <a:xfrm>
            <a:off x="864000" y="2160000"/>
            <a:ext cx="21967200" cy="103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19215" lvl="0" indent="-98214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5867">
                <a:latin typeface="Lexend"/>
                <a:ea typeface="Lexend"/>
                <a:cs typeface="Lexend"/>
                <a:sym typeface="Lexend"/>
              </a:defRPr>
            </a:lvl1pPr>
            <a:lvl2pPr marL="2438430" lvl="1" indent="-982146" algn="l">
              <a:lnSpc>
                <a:spcPct val="130000"/>
              </a:lnSpc>
              <a:spcBef>
                <a:spcPts val="2667"/>
              </a:spcBef>
              <a:spcAft>
                <a:spcPts val="0"/>
              </a:spcAft>
              <a:buSzPts val="2200"/>
              <a:buFont typeface="Lexend"/>
              <a:buChar char="–"/>
              <a:defRPr sz="5867">
                <a:latin typeface="Lexend"/>
                <a:ea typeface="Lexend"/>
                <a:cs typeface="Lexend"/>
                <a:sym typeface="Lexend"/>
              </a:defRPr>
            </a:lvl2pPr>
            <a:lvl3pPr marL="3657646" lvl="2" indent="-948279" algn="l">
              <a:lnSpc>
                <a:spcPct val="130000"/>
              </a:lnSpc>
              <a:spcBef>
                <a:spcPts val="2667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4876861" lvl="3" indent="-982146" algn="l">
              <a:lnSpc>
                <a:spcPct val="130000"/>
              </a:lnSpc>
              <a:spcBef>
                <a:spcPts val="2133"/>
              </a:spcBef>
              <a:spcAft>
                <a:spcPts val="0"/>
              </a:spcAft>
              <a:buSzPts val="2200"/>
              <a:buFont typeface="Lexend"/>
              <a:buChar char="–"/>
              <a:defRPr sz="5867">
                <a:latin typeface="Lexend"/>
                <a:ea typeface="Lexend"/>
                <a:cs typeface="Lexend"/>
                <a:sym typeface="Lexend"/>
              </a:defRPr>
            </a:lvl4pPr>
            <a:lvl5pPr marL="6096076" lvl="4" indent="-914411" algn="l">
              <a:lnSpc>
                <a:spcPct val="130000"/>
              </a:lnSpc>
              <a:spcBef>
                <a:spcPts val="2133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7315291" lvl="5" indent="-914411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xend"/>
              <a:buChar char="–"/>
              <a:defRPr sz="4800">
                <a:latin typeface="Lexend"/>
                <a:ea typeface="Lexend"/>
                <a:cs typeface="Lexend"/>
                <a:sym typeface="Lexend"/>
              </a:defRPr>
            </a:lvl6pPr>
            <a:lvl7pPr marL="8534507" lvl="6" indent="-914411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9753722" lvl="7" indent="-914411" algn="l">
              <a:lnSpc>
                <a:spcPct val="130000"/>
              </a:lnSpc>
              <a:spcBef>
                <a:spcPts val="1067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10972937" lvl="8" indent="-914411" algn="l">
              <a:lnSpc>
                <a:spcPct val="130000"/>
              </a:lnSpc>
              <a:spcBef>
                <a:spcPts val="1067"/>
              </a:spcBef>
              <a:spcAft>
                <a:spcPts val="533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921" name="Google Shape;921;p74"/>
          <p:cNvSpPr txBox="1">
            <a:spLocks noGrp="1"/>
          </p:cNvSpPr>
          <p:nvPr>
            <p:ph type="body" idx="2"/>
          </p:nvPr>
        </p:nvSpPr>
        <p:spPr>
          <a:xfrm>
            <a:off x="864000" y="12662400"/>
            <a:ext cx="21910400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19215" lvl="0" indent="-711209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1600">
                <a:solidFill>
                  <a:schemeClr val="dk2"/>
                </a:solidFill>
              </a:defRPr>
            </a:lvl1pPr>
            <a:lvl2pPr marL="2438430" lvl="1" indent="-711209" algn="l">
              <a:lnSpc>
                <a:spcPct val="130000"/>
              </a:lnSpc>
              <a:spcBef>
                <a:spcPts val="26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2pPr>
            <a:lvl3pPr marL="3657646" lvl="2" indent="-711209" algn="l">
              <a:lnSpc>
                <a:spcPct val="130000"/>
              </a:lnSpc>
              <a:spcBef>
                <a:spcPts val="26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3pPr>
            <a:lvl4pPr marL="4876861" lvl="3" indent="-711209" algn="l">
              <a:lnSpc>
                <a:spcPct val="130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4pPr>
            <a:lvl5pPr marL="6096076" lvl="4" indent="-711209" algn="l">
              <a:lnSpc>
                <a:spcPct val="130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5pPr>
            <a:lvl6pPr marL="7315291" lvl="5" indent="-711209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6pPr>
            <a:lvl7pPr marL="8534507" lvl="6" indent="-711209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7pPr>
            <a:lvl8pPr marL="9753722" lvl="7" indent="-711209" algn="l">
              <a:lnSpc>
                <a:spcPct val="130000"/>
              </a:lnSpc>
              <a:spcBef>
                <a:spcPts val="10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8pPr>
            <a:lvl9pPr marL="10972937" lvl="8" indent="-711209" algn="l">
              <a:lnSpc>
                <a:spcPct val="130000"/>
              </a:lnSpc>
              <a:spcBef>
                <a:spcPts val="1067"/>
              </a:spcBef>
              <a:spcAft>
                <a:spcPts val="533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67994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.08 Feedback - purple 1">
  <p:cSld name="1.08 Feedback - purple 1"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3" name="Google Shape;923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420068"/>
            <a:ext cx="24403205" cy="311224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75"/>
          <p:cNvSpPr/>
          <p:nvPr/>
        </p:nvSpPr>
        <p:spPr>
          <a:xfrm>
            <a:off x="-3" y="-5"/>
            <a:ext cx="24384800" cy="1440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37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5" name="Google Shape;925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42894" y="-30597"/>
            <a:ext cx="1332533" cy="1332533"/>
          </a:xfrm>
          <a:prstGeom prst="rect">
            <a:avLst/>
          </a:prstGeom>
          <a:noFill/>
          <a:ln>
            <a:noFill/>
          </a:ln>
        </p:spPr>
      </p:pic>
      <p:sp>
        <p:nvSpPr>
          <p:cNvPr id="926" name="Google Shape;926;p75"/>
          <p:cNvSpPr txBox="1"/>
          <p:nvPr/>
        </p:nvSpPr>
        <p:spPr>
          <a:xfrm>
            <a:off x="22604160" y="1170000"/>
            <a:ext cx="1610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2400" b="1" i="0" u="none" strike="noStrike" cap="none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2400" b="1" i="0" u="none" strike="noStrike" cap="none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5"/>
          <p:cNvSpPr txBox="1"/>
          <p:nvPr/>
        </p:nvSpPr>
        <p:spPr>
          <a:xfrm>
            <a:off x="864000" y="116867"/>
            <a:ext cx="3511200" cy="10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5333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5333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5"/>
          <p:cNvSpPr txBox="1">
            <a:spLocks noGrp="1"/>
          </p:cNvSpPr>
          <p:nvPr>
            <p:ph type="title"/>
          </p:nvPr>
        </p:nvSpPr>
        <p:spPr>
          <a:xfrm>
            <a:off x="3864800" y="391133"/>
            <a:ext cx="15310400" cy="849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29" name="Google Shape;929;p75"/>
          <p:cNvSpPr txBox="1">
            <a:spLocks noGrp="1"/>
          </p:cNvSpPr>
          <p:nvPr>
            <p:ph type="body" idx="1"/>
          </p:nvPr>
        </p:nvSpPr>
        <p:spPr>
          <a:xfrm>
            <a:off x="864000" y="2160000"/>
            <a:ext cx="21967200" cy="103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19215" lvl="0" indent="-98214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5867">
                <a:latin typeface="Lexend"/>
                <a:ea typeface="Lexend"/>
                <a:cs typeface="Lexend"/>
                <a:sym typeface="Lexend"/>
              </a:defRPr>
            </a:lvl1pPr>
            <a:lvl2pPr marL="2438430" lvl="1" indent="-982146" algn="l">
              <a:lnSpc>
                <a:spcPct val="130000"/>
              </a:lnSpc>
              <a:spcBef>
                <a:spcPts val="2667"/>
              </a:spcBef>
              <a:spcAft>
                <a:spcPts val="0"/>
              </a:spcAft>
              <a:buSzPts val="2200"/>
              <a:buFont typeface="Lexend"/>
              <a:buChar char="–"/>
              <a:defRPr sz="5867">
                <a:latin typeface="Lexend"/>
                <a:ea typeface="Lexend"/>
                <a:cs typeface="Lexend"/>
                <a:sym typeface="Lexend"/>
              </a:defRPr>
            </a:lvl2pPr>
            <a:lvl3pPr marL="3657646" lvl="2" indent="-948279" algn="l">
              <a:lnSpc>
                <a:spcPct val="130000"/>
              </a:lnSpc>
              <a:spcBef>
                <a:spcPts val="2667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4876861" lvl="3" indent="-982146" algn="l">
              <a:lnSpc>
                <a:spcPct val="130000"/>
              </a:lnSpc>
              <a:spcBef>
                <a:spcPts val="2133"/>
              </a:spcBef>
              <a:spcAft>
                <a:spcPts val="0"/>
              </a:spcAft>
              <a:buSzPts val="2200"/>
              <a:buFont typeface="Lexend"/>
              <a:buChar char="–"/>
              <a:defRPr sz="5867">
                <a:latin typeface="Lexend"/>
                <a:ea typeface="Lexend"/>
                <a:cs typeface="Lexend"/>
                <a:sym typeface="Lexend"/>
              </a:defRPr>
            </a:lvl4pPr>
            <a:lvl5pPr marL="6096076" lvl="4" indent="-914411" algn="l">
              <a:lnSpc>
                <a:spcPct val="130000"/>
              </a:lnSpc>
              <a:spcBef>
                <a:spcPts val="2133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7315291" lvl="5" indent="-914411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xend"/>
              <a:buChar char="–"/>
              <a:defRPr sz="4800">
                <a:latin typeface="Lexend"/>
                <a:ea typeface="Lexend"/>
                <a:cs typeface="Lexend"/>
                <a:sym typeface="Lexend"/>
              </a:defRPr>
            </a:lvl6pPr>
            <a:lvl7pPr marL="8534507" lvl="6" indent="-914411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9753722" lvl="7" indent="-914411" algn="l">
              <a:lnSpc>
                <a:spcPct val="130000"/>
              </a:lnSpc>
              <a:spcBef>
                <a:spcPts val="1067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10972937" lvl="8" indent="-914411" algn="l">
              <a:lnSpc>
                <a:spcPct val="130000"/>
              </a:lnSpc>
              <a:spcBef>
                <a:spcPts val="1067"/>
              </a:spcBef>
              <a:spcAft>
                <a:spcPts val="533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endParaRPr/>
          </a:p>
        </p:txBody>
      </p:sp>
      <p:sp>
        <p:nvSpPr>
          <p:cNvPr id="930" name="Google Shape;930;p75"/>
          <p:cNvSpPr txBox="1">
            <a:spLocks noGrp="1"/>
          </p:cNvSpPr>
          <p:nvPr>
            <p:ph type="body" idx="2"/>
          </p:nvPr>
        </p:nvSpPr>
        <p:spPr>
          <a:xfrm>
            <a:off x="864000" y="12662400"/>
            <a:ext cx="21910400" cy="320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19215" lvl="0" indent="-711209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"/>
              <a:buChar char="●"/>
              <a:defRPr sz="1600">
                <a:solidFill>
                  <a:schemeClr val="dk2"/>
                </a:solidFill>
              </a:defRPr>
            </a:lvl1pPr>
            <a:lvl2pPr marL="2438430" lvl="1" indent="-711209" algn="l">
              <a:lnSpc>
                <a:spcPct val="130000"/>
              </a:lnSpc>
              <a:spcBef>
                <a:spcPts val="26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2pPr>
            <a:lvl3pPr marL="3657646" lvl="2" indent="-711209" algn="l">
              <a:lnSpc>
                <a:spcPct val="130000"/>
              </a:lnSpc>
              <a:spcBef>
                <a:spcPts val="26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3pPr>
            <a:lvl4pPr marL="4876861" lvl="3" indent="-711209" algn="l">
              <a:lnSpc>
                <a:spcPct val="130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4pPr>
            <a:lvl5pPr marL="6096076" lvl="4" indent="-711209" algn="l">
              <a:lnSpc>
                <a:spcPct val="130000"/>
              </a:lnSpc>
              <a:spcBef>
                <a:spcPts val="2133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5pPr>
            <a:lvl6pPr marL="7315291" lvl="5" indent="-711209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6pPr>
            <a:lvl7pPr marL="8534507" lvl="6" indent="-711209" algn="l">
              <a:lnSpc>
                <a:spcPct val="13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7pPr>
            <a:lvl8pPr marL="9753722" lvl="7" indent="-711209" algn="l">
              <a:lnSpc>
                <a:spcPct val="130000"/>
              </a:lnSpc>
              <a:spcBef>
                <a:spcPts val="1067"/>
              </a:spcBef>
              <a:spcAft>
                <a:spcPts val="0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8pPr>
            <a:lvl9pPr marL="10972937" lvl="8" indent="-711209" algn="l">
              <a:lnSpc>
                <a:spcPct val="130000"/>
              </a:lnSpc>
              <a:spcBef>
                <a:spcPts val="1067"/>
              </a:spcBef>
              <a:spcAft>
                <a:spcPts val="533"/>
              </a:spcAft>
              <a:buClr>
                <a:schemeClr val="dk2"/>
              </a:buClr>
              <a:buSzPts val="600"/>
              <a:buChar char="–"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161965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arge image (no text under)">
  <p:cSld name="Large image (no text under)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829067" y="2713933"/>
            <a:ext cx="22723200" cy="1016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1219215" lvl="0" indent="-914411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2438430" lvl="1" indent="-846677" rtl="0">
              <a:spcBef>
                <a:spcPts val="4267"/>
              </a:spcBef>
              <a:spcAft>
                <a:spcPts val="0"/>
              </a:spcAft>
              <a:buSzPts val="1400"/>
              <a:buChar char="○"/>
              <a:defRPr/>
            </a:lvl2pPr>
            <a:lvl3pPr marL="3657646" lvl="2" indent="-846677" rtl="0">
              <a:spcBef>
                <a:spcPts val="4267"/>
              </a:spcBef>
              <a:spcAft>
                <a:spcPts val="0"/>
              </a:spcAft>
              <a:buSzPts val="1400"/>
              <a:buChar char="■"/>
              <a:defRPr/>
            </a:lvl3pPr>
            <a:lvl4pPr marL="4876861" lvl="3" indent="-846677" rtl="0">
              <a:spcBef>
                <a:spcPts val="4267"/>
              </a:spcBef>
              <a:spcAft>
                <a:spcPts val="0"/>
              </a:spcAft>
              <a:buSzPts val="1400"/>
              <a:buChar char="●"/>
              <a:defRPr/>
            </a:lvl4pPr>
            <a:lvl5pPr marL="6096076" lvl="4" indent="-846677" rtl="0">
              <a:spcBef>
                <a:spcPts val="4267"/>
              </a:spcBef>
              <a:spcAft>
                <a:spcPts val="0"/>
              </a:spcAft>
              <a:buSzPts val="1400"/>
              <a:buChar char="○"/>
              <a:defRPr/>
            </a:lvl5pPr>
            <a:lvl6pPr marL="7315291" lvl="5" indent="-846677" rtl="0">
              <a:spcBef>
                <a:spcPts val="4267"/>
              </a:spcBef>
              <a:spcAft>
                <a:spcPts val="0"/>
              </a:spcAft>
              <a:buSzPts val="1400"/>
              <a:buChar char="■"/>
              <a:defRPr/>
            </a:lvl6pPr>
            <a:lvl7pPr marL="8534507" lvl="6" indent="-846677" rtl="0">
              <a:spcBef>
                <a:spcPts val="4267"/>
              </a:spcBef>
              <a:spcAft>
                <a:spcPts val="0"/>
              </a:spcAft>
              <a:buSzPts val="1400"/>
              <a:buChar char="●"/>
              <a:defRPr/>
            </a:lvl7pPr>
            <a:lvl8pPr marL="9753722" lvl="7" indent="-846677" rtl="0">
              <a:spcBef>
                <a:spcPts val="4267"/>
              </a:spcBef>
              <a:spcAft>
                <a:spcPts val="0"/>
              </a:spcAft>
              <a:buSzPts val="1400"/>
              <a:buChar char="○"/>
              <a:defRPr/>
            </a:lvl8pPr>
            <a:lvl9pPr marL="10972937" lvl="8" indent="-846677" rtl="0">
              <a:spcBef>
                <a:spcPts val="4267"/>
              </a:spcBef>
              <a:spcAft>
                <a:spcPts val="4267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29067" y="852267"/>
            <a:ext cx="22723200" cy="18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23552533" y="12878133"/>
            <a:ext cx="831200" cy="8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2133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1pPr>
            <a:lvl2pPr lvl="1" rtl="0">
              <a:buNone/>
              <a:defRPr sz="2133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2pPr>
            <a:lvl3pPr lvl="2" rtl="0">
              <a:buNone/>
              <a:defRPr sz="2133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3pPr>
            <a:lvl4pPr lvl="3" rtl="0">
              <a:buNone/>
              <a:defRPr sz="2133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4pPr>
            <a:lvl5pPr lvl="4" rtl="0">
              <a:buNone/>
              <a:defRPr sz="2133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5pPr>
            <a:lvl6pPr lvl="5" rtl="0">
              <a:buNone/>
              <a:defRPr sz="2133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6pPr>
            <a:lvl7pPr lvl="6" rtl="0">
              <a:buNone/>
              <a:defRPr sz="2133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7pPr>
            <a:lvl8pPr lvl="7" rtl="0">
              <a:buNone/>
              <a:defRPr sz="2133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8pPr>
            <a:lvl9pPr lvl="8" rtl="0">
              <a:buNone/>
              <a:defRPr sz="2133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6" name="Google Shape;36;p6"/>
          <p:cNvSpPr txBox="1">
            <a:spLocks noGrp="1"/>
          </p:cNvSpPr>
          <p:nvPr>
            <p:ph type="subTitle" idx="2"/>
          </p:nvPr>
        </p:nvSpPr>
        <p:spPr>
          <a:xfrm>
            <a:off x="14020800" y="0"/>
            <a:ext cx="9506400" cy="8376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4267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4267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4267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4267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4267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4267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4267"/>
              </a:spcBef>
              <a:spcAft>
                <a:spcPts val="4267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15007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ext or Images side by side">
  <p:cSld name="Text or Images side by sid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829067" y="3120331"/>
            <a:ext cx="10924000" cy="975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1219215" lvl="0" indent="-914411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2438430" lvl="1" indent="-846677" rtl="0">
              <a:spcBef>
                <a:spcPts val="4267"/>
              </a:spcBef>
              <a:spcAft>
                <a:spcPts val="0"/>
              </a:spcAft>
              <a:buSzPts val="1400"/>
              <a:buChar char="○"/>
              <a:defRPr/>
            </a:lvl2pPr>
            <a:lvl3pPr marL="3657646" lvl="2" indent="-846677" rtl="0">
              <a:spcBef>
                <a:spcPts val="4267"/>
              </a:spcBef>
              <a:spcAft>
                <a:spcPts val="0"/>
              </a:spcAft>
              <a:buSzPts val="1400"/>
              <a:buChar char="■"/>
              <a:defRPr/>
            </a:lvl3pPr>
            <a:lvl4pPr marL="4876861" lvl="3" indent="-846677" rtl="0">
              <a:spcBef>
                <a:spcPts val="4267"/>
              </a:spcBef>
              <a:spcAft>
                <a:spcPts val="0"/>
              </a:spcAft>
              <a:buSzPts val="1400"/>
              <a:buChar char="●"/>
              <a:defRPr/>
            </a:lvl4pPr>
            <a:lvl5pPr marL="6096076" lvl="4" indent="-846677" rtl="0">
              <a:spcBef>
                <a:spcPts val="4267"/>
              </a:spcBef>
              <a:spcAft>
                <a:spcPts val="0"/>
              </a:spcAft>
              <a:buSzPts val="1400"/>
              <a:buChar char="○"/>
              <a:defRPr/>
            </a:lvl5pPr>
            <a:lvl6pPr marL="7315291" lvl="5" indent="-846677" rtl="0">
              <a:spcBef>
                <a:spcPts val="4267"/>
              </a:spcBef>
              <a:spcAft>
                <a:spcPts val="0"/>
              </a:spcAft>
              <a:buSzPts val="1400"/>
              <a:buChar char="■"/>
              <a:defRPr/>
            </a:lvl6pPr>
            <a:lvl7pPr marL="8534507" lvl="6" indent="-846677" rtl="0">
              <a:spcBef>
                <a:spcPts val="4267"/>
              </a:spcBef>
              <a:spcAft>
                <a:spcPts val="0"/>
              </a:spcAft>
              <a:buSzPts val="1400"/>
              <a:buChar char="●"/>
              <a:defRPr/>
            </a:lvl7pPr>
            <a:lvl8pPr marL="9753722" lvl="7" indent="-846677" rtl="0">
              <a:spcBef>
                <a:spcPts val="4267"/>
              </a:spcBef>
              <a:spcAft>
                <a:spcPts val="0"/>
              </a:spcAft>
              <a:buSzPts val="1400"/>
              <a:buChar char="○"/>
              <a:defRPr/>
            </a:lvl8pPr>
            <a:lvl9pPr marL="10972937" lvl="8" indent="-846677" rtl="0">
              <a:spcBef>
                <a:spcPts val="4267"/>
              </a:spcBef>
              <a:spcAft>
                <a:spcPts val="4267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829067" y="852267"/>
            <a:ext cx="22723200" cy="186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23552533" y="12878133"/>
            <a:ext cx="831200" cy="8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2133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1pPr>
            <a:lvl2pPr lvl="1" rtl="0">
              <a:buNone/>
              <a:defRPr sz="2133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2pPr>
            <a:lvl3pPr lvl="2" rtl="0">
              <a:buNone/>
              <a:defRPr sz="2133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3pPr>
            <a:lvl4pPr lvl="3" rtl="0">
              <a:buNone/>
              <a:defRPr sz="2133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4pPr>
            <a:lvl5pPr lvl="4" rtl="0">
              <a:buNone/>
              <a:defRPr sz="2133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5pPr>
            <a:lvl6pPr lvl="5" rtl="0">
              <a:buNone/>
              <a:defRPr sz="2133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6pPr>
            <a:lvl7pPr lvl="6" rtl="0">
              <a:buNone/>
              <a:defRPr sz="2133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7pPr>
            <a:lvl8pPr lvl="7" rtl="0">
              <a:buNone/>
              <a:defRPr sz="2133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8pPr>
            <a:lvl9pPr lvl="8" rtl="0">
              <a:buNone/>
              <a:defRPr sz="2133">
                <a:solidFill>
                  <a:srgbClr val="494985"/>
                </a:solidFill>
                <a:latin typeface="Quicksand"/>
                <a:ea typeface="Quicksand"/>
                <a:cs typeface="Quicksand"/>
                <a:sym typeface="Quicksand Medium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12630933" y="3120267"/>
            <a:ext cx="10924000" cy="975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1219215" lvl="0" indent="-914411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2438430" lvl="1" indent="-846677" rtl="0">
              <a:spcBef>
                <a:spcPts val="4267"/>
              </a:spcBef>
              <a:spcAft>
                <a:spcPts val="0"/>
              </a:spcAft>
              <a:buSzPts val="1400"/>
              <a:buChar char="○"/>
              <a:defRPr/>
            </a:lvl2pPr>
            <a:lvl3pPr marL="3657646" lvl="2" indent="-846677" rtl="0">
              <a:spcBef>
                <a:spcPts val="4267"/>
              </a:spcBef>
              <a:spcAft>
                <a:spcPts val="0"/>
              </a:spcAft>
              <a:buSzPts val="1400"/>
              <a:buChar char="■"/>
              <a:defRPr/>
            </a:lvl3pPr>
            <a:lvl4pPr marL="4876861" lvl="3" indent="-846677" rtl="0">
              <a:spcBef>
                <a:spcPts val="4267"/>
              </a:spcBef>
              <a:spcAft>
                <a:spcPts val="0"/>
              </a:spcAft>
              <a:buSzPts val="1400"/>
              <a:buChar char="●"/>
              <a:defRPr/>
            </a:lvl4pPr>
            <a:lvl5pPr marL="6096076" lvl="4" indent="-846677" rtl="0">
              <a:spcBef>
                <a:spcPts val="4267"/>
              </a:spcBef>
              <a:spcAft>
                <a:spcPts val="0"/>
              </a:spcAft>
              <a:buSzPts val="1400"/>
              <a:buChar char="○"/>
              <a:defRPr/>
            </a:lvl5pPr>
            <a:lvl6pPr marL="7315291" lvl="5" indent="-846677" rtl="0">
              <a:spcBef>
                <a:spcPts val="4267"/>
              </a:spcBef>
              <a:spcAft>
                <a:spcPts val="0"/>
              </a:spcAft>
              <a:buSzPts val="1400"/>
              <a:buChar char="■"/>
              <a:defRPr/>
            </a:lvl6pPr>
            <a:lvl7pPr marL="8534507" lvl="6" indent="-846677" rtl="0">
              <a:spcBef>
                <a:spcPts val="4267"/>
              </a:spcBef>
              <a:spcAft>
                <a:spcPts val="0"/>
              </a:spcAft>
              <a:buSzPts val="1400"/>
              <a:buChar char="●"/>
              <a:defRPr/>
            </a:lvl7pPr>
            <a:lvl8pPr marL="9753722" lvl="7" indent="-846677" rtl="0">
              <a:spcBef>
                <a:spcPts val="4267"/>
              </a:spcBef>
              <a:spcAft>
                <a:spcPts val="0"/>
              </a:spcAft>
              <a:buSzPts val="1400"/>
              <a:buChar char="○"/>
              <a:defRPr/>
            </a:lvl8pPr>
            <a:lvl9pPr marL="10972937" lvl="8" indent="-846677" rtl="0">
              <a:spcBef>
                <a:spcPts val="4267"/>
              </a:spcBef>
              <a:spcAft>
                <a:spcPts val="4267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3"/>
          </p:nvPr>
        </p:nvSpPr>
        <p:spPr>
          <a:xfrm>
            <a:off x="14020800" y="0"/>
            <a:ext cx="9506400" cy="837600"/>
          </a:xfrm>
          <a:prstGeom prst="rect">
            <a:avLst/>
          </a:prstGeom>
        </p:spPr>
        <p:txBody>
          <a:bodyPr spcFirstLastPara="1" wrap="square" lIns="91425" tIns="91425" rIns="0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 b="1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4267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4267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4267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4267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4267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4267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4267"/>
              </a:spcBef>
              <a:spcAft>
                <a:spcPts val="4267"/>
              </a:spcAft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13157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gif"/><Relationship Id="rId1" Type="http://schemas.openxmlformats.org/officeDocument/2006/relationships/slideLayout" Target="../slideLayouts/slideLayout2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reating and using Variables"/>
          <p:cNvSpPr txBox="1">
            <a:spLocks noGrp="1"/>
          </p:cNvSpPr>
          <p:nvPr>
            <p:ph type="ctrTitle"/>
          </p:nvPr>
        </p:nvSpPr>
        <p:spPr>
          <a:xfrm>
            <a:off x="1201340" y="1015840"/>
            <a:ext cx="21971004" cy="46482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sz="8500" dirty="0"/>
              <a:t>Creating and using Variables</a:t>
            </a:r>
          </a:p>
        </p:txBody>
      </p:sp>
      <p:sp>
        <p:nvSpPr>
          <p:cNvPr id="173" name="Presentation Subtitle"/>
          <p:cNvSpPr txBox="1">
            <a:spLocks noGrp="1"/>
          </p:cNvSpPr>
          <p:nvPr>
            <p:ph type="subTitle" sz="quarter" idx="1"/>
          </p:nvPr>
        </p:nvSpPr>
        <p:spPr>
          <a:xfrm>
            <a:off x="1201340" y="6124505"/>
            <a:ext cx="21971001" cy="19050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gd-GB" sz="4800" dirty="0">
                <a:latin typeface="Arial" panose="020B0604020202020204" pitchFamily="34" charset="0"/>
                <a:cs typeface="Arial" panose="020B0604020202020204" pitchFamily="34" charset="0"/>
              </a:rPr>
              <a:t>Key Stage 3: Year 7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D4E222C-0743-F787-A094-1C8C838FB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3516" y="8753093"/>
            <a:ext cx="6431903" cy="2403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D4E12-73E9-6B02-8C3A-A8B3585B9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Cian Lyons</a:t>
            </a:r>
          </a:p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04/03/2025</a:t>
            </a:r>
          </a:p>
        </p:txBody>
      </p:sp>
      <p:pic>
        <p:nvPicPr>
          <p:cNvPr id="5" name="Picture 4" descr="A logo of a superhero&#10;&#10;Description automatically generated">
            <a:extLst>
              <a:ext uri="{FF2B5EF4-FFF2-40B4-BE49-F238E27FC236}">
                <a16:creationId xmlns:a16="http://schemas.microsoft.com/office/drawing/2014/main" id="{0D5BD5BB-9796-A11A-7F42-25CDC43AD4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938" y="8175690"/>
            <a:ext cx="7772400" cy="323931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6D9D30A-C4A2-9D39-F6F8-8C73E5E55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6858" y="7528831"/>
            <a:ext cx="5347659" cy="5347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C9A80A-210E-35BD-48ED-C369900F39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Sometimes we need computers to remember the </a:t>
            </a:r>
            <a:r>
              <a:rPr lang="en-IE" i="1" dirty="0">
                <a:latin typeface="Arial" panose="020B0604020202020204" pitchFamily="34" charset="0"/>
                <a:cs typeface="Arial" panose="020B0604020202020204" pitchFamily="34" charset="0"/>
              </a:rPr>
              <a:t>information </a:t>
            </a:r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we give it and that it calculates during programs.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BED8DA-BCCE-D7E6-36E7-5DBC45D96ABD}"/>
              </a:ext>
            </a:extLst>
          </p:cNvPr>
          <p:cNvSpPr txBox="1"/>
          <p:nvPr/>
        </p:nvSpPr>
        <p:spPr>
          <a:xfrm>
            <a:off x="724687" y="637259"/>
            <a:ext cx="12750285" cy="36112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lang="en-IE" sz="8500" b="1" dirty="0">
                <a:latin typeface="Arial" panose="020B0604020202020204" pitchFamily="34" charset="0"/>
                <a:cs typeface="Arial" panose="020B0604020202020204" pitchFamily="34" charset="0"/>
              </a:rPr>
              <a:t>Understanding</a:t>
            </a:r>
            <a:r>
              <a:rPr lang="en-IE" sz="8500" b="1" dirty="0"/>
              <a:t> variables</a:t>
            </a:r>
          </a:p>
          <a:p>
            <a:pPr marL="0" marR="0" indent="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85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C5D506-7A84-9B6D-A956-536AF511AF22}"/>
              </a:ext>
            </a:extLst>
          </p:cNvPr>
          <p:cNvSpPr txBox="1"/>
          <p:nvPr/>
        </p:nvSpPr>
        <p:spPr>
          <a:xfrm>
            <a:off x="12187882" y="4248504"/>
            <a:ext cx="12196118" cy="14219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E" dirty="0"/>
              <a:t>A </a:t>
            </a:r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variable</a:t>
            </a:r>
            <a:r>
              <a:rPr lang="en-IE" dirty="0"/>
              <a:t> can be thought of as a box that the computer can use to store a value.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EEB64B-60C1-392F-A418-D02DB1B6E098}"/>
              </a:ext>
            </a:extLst>
          </p:cNvPr>
          <p:cNvSpPr txBox="1"/>
          <p:nvPr/>
        </p:nvSpPr>
        <p:spPr>
          <a:xfrm>
            <a:off x="6089823" y="7931581"/>
            <a:ext cx="12196118" cy="20867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The value held in that box can change or ‘vary’. A program can use as many variables as it needs it to.</a:t>
            </a:r>
          </a:p>
        </p:txBody>
      </p:sp>
    </p:spTree>
    <p:extLst>
      <p:ext uri="{BB962C8B-B14F-4D97-AF65-F5344CB8AC3E}">
        <p14:creationId xmlns:p14="http://schemas.microsoft.com/office/powerpoint/2010/main" val="265337630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1E8DAD-0617-0365-F983-D83832562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3947" y="1406450"/>
            <a:ext cx="30426797" cy="4771928"/>
          </a:xfrm>
        </p:spPr>
        <p:txBody>
          <a:bodyPr/>
          <a:lstStyle/>
          <a:p>
            <a:pPr marL="0" indent="0">
              <a:buNone/>
            </a:pPr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All variables are made up of three parts: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a name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a type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a value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862B07-82D5-E4F5-F3E5-1F5856B7679D}"/>
              </a:ext>
            </a:extLst>
          </p:cNvPr>
          <p:cNvSpPr txBox="1"/>
          <p:nvPr/>
        </p:nvSpPr>
        <p:spPr>
          <a:xfrm>
            <a:off x="563947" y="8530656"/>
            <a:ext cx="15495372" cy="7571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E" b="1" dirty="0">
                <a:latin typeface="Arial" panose="020B0604020202020204" pitchFamily="34" charset="0"/>
                <a:cs typeface="Arial" panose="020B0604020202020204" pitchFamily="34" charset="0"/>
              </a:rPr>
              <a:t>Why use variables? Do many things vary?</a:t>
            </a:r>
          </a:p>
        </p:txBody>
      </p:sp>
    </p:spTree>
    <p:extLst>
      <p:ext uri="{BB962C8B-B14F-4D97-AF65-F5344CB8AC3E}">
        <p14:creationId xmlns:p14="http://schemas.microsoft.com/office/powerpoint/2010/main" val="2681043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4506DC-C001-44FE-8EE7-102E2E028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blue and white weather forecast&#10;&#10;Description automatically generated">
            <a:extLst>
              <a:ext uri="{FF2B5EF4-FFF2-40B4-BE49-F238E27FC236}">
                <a16:creationId xmlns:a16="http://schemas.microsoft.com/office/drawing/2014/main" id="{9E482FB4-54F0-5294-BC5A-9835E7AB12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506" y="1927972"/>
            <a:ext cx="17528988" cy="9860056"/>
          </a:xfrm>
          <a:prstGeom prst="rect">
            <a:avLst/>
          </a:prstGeom>
        </p:spPr>
      </p:pic>
      <p:sp>
        <p:nvSpPr>
          <p:cNvPr id="5" name="Google Shape;140;p21">
            <a:extLst>
              <a:ext uri="{FF2B5EF4-FFF2-40B4-BE49-F238E27FC236}">
                <a16:creationId xmlns:a16="http://schemas.microsoft.com/office/drawing/2014/main" id="{593CBECC-CD73-0035-3F34-6EF6E64816BA}"/>
              </a:ext>
            </a:extLst>
          </p:cNvPr>
          <p:cNvSpPr txBox="1">
            <a:spLocks/>
          </p:cNvSpPr>
          <p:nvPr/>
        </p:nvSpPr>
        <p:spPr>
          <a:xfrm>
            <a:off x="830400" y="280684"/>
            <a:ext cx="22723200" cy="18616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>
            <a:lvl1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Variables in life</a:t>
            </a:r>
          </a:p>
        </p:txBody>
      </p:sp>
    </p:spTree>
    <p:extLst>
      <p:ext uri="{BB962C8B-B14F-4D97-AF65-F5344CB8AC3E}">
        <p14:creationId xmlns:p14="http://schemas.microsoft.com/office/powerpoint/2010/main" val="265587551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288E6A-555A-EA5B-F384-31FC7DB89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calendar with red and white numbers&#10;&#10;Description automatically generated">
            <a:extLst>
              <a:ext uri="{FF2B5EF4-FFF2-40B4-BE49-F238E27FC236}">
                <a16:creationId xmlns:a16="http://schemas.microsoft.com/office/drawing/2014/main" id="{19FAD62E-F45F-3FFD-CE32-AFC76782B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507" y="1780118"/>
            <a:ext cx="12737598" cy="12737598"/>
          </a:xfrm>
          <a:prstGeom prst="rect">
            <a:avLst/>
          </a:prstGeom>
        </p:spPr>
      </p:pic>
      <p:sp>
        <p:nvSpPr>
          <p:cNvPr id="5" name="Google Shape;140;p21">
            <a:extLst>
              <a:ext uri="{FF2B5EF4-FFF2-40B4-BE49-F238E27FC236}">
                <a16:creationId xmlns:a16="http://schemas.microsoft.com/office/drawing/2014/main" id="{2938D091-0EF3-4F6E-3EBD-46757327FC60}"/>
              </a:ext>
            </a:extLst>
          </p:cNvPr>
          <p:cNvSpPr txBox="1">
            <a:spLocks/>
          </p:cNvSpPr>
          <p:nvPr/>
        </p:nvSpPr>
        <p:spPr>
          <a:xfrm>
            <a:off x="830400" y="280684"/>
            <a:ext cx="22723200" cy="18616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>
            <a:lvl1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Variables in life</a:t>
            </a:r>
          </a:p>
        </p:txBody>
      </p:sp>
    </p:spTree>
    <p:extLst>
      <p:ext uri="{BB962C8B-B14F-4D97-AF65-F5344CB8AC3E}">
        <p14:creationId xmlns:p14="http://schemas.microsoft.com/office/powerpoint/2010/main" val="272018546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12E3A8-62D2-E1C2-9CE6-6019BAF43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group of kids playing quiz game&#10;&#10;Description automatically generated">
            <a:extLst>
              <a:ext uri="{FF2B5EF4-FFF2-40B4-BE49-F238E27FC236}">
                <a16:creationId xmlns:a16="http://schemas.microsoft.com/office/drawing/2014/main" id="{6ED0F911-6BBA-1695-B4DE-BD13F75655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176" y="1731308"/>
            <a:ext cx="19823953" cy="11150973"/>
          </a:xfrm>
          <a:prstGeom prst="rect">
            <a:avLst/>
          </a:prstGeom>
        </p:spPr>
      </p:pic>
      <p:sp>
        <p:nvSpPr>
          <p:cNvPr id="5" name="Google Shape;140;p21">
            <a:extLst>
              <a:ext uri="{FF2B5EF4-FFF2-40B4-BE49-F238E27FC236}">
                <a16:creationId xmlns:a16="http://schemas.microsoft.com/office/drawing/2014/main" id="{EDF51B6A-0BEE-F8F4-81C1-494E42C191DB}"/>
              </a:ext>
            </a:extLst>
          </p:cNvPr>
          <p:cNvSpPr txBox="1">
            <a:spLocks/>
          </p:cNvSpPr>
          <p:nvPr/>
        </p:nvSpPr>
        <p:spPr>
          <a:xfrm>
            <a:off x="830400" y="280684"/>
            <a:ext cx="22723200" cy="18616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>
            <a:lvl1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Variables in life</a:t>
            </a:r>
          </a:p>
        </p:txBody>
      </p:sp>
    </p:spTree>
    <p:extLst>
      <p:ext uri="{BB962C8B-B14F-4D97-AF65-F5344CB8AC3E}">
        <p14:creationId xmlns:p14="http://schemas.microsoft.com/office/powerpoint/2010/main" val="121488676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EC5340-68D0-7620-C428-ACF6B87BF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BD673A-A79B-A9E1-644A-C0D75B1EE7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2434780"/>
            <a:ext cx="17585952" cy="11281220"/>
          </a:xfrm>
          <a:prstGeom prst="rect">
            <a:avLst/>
          </a:prstGeom>
        </p:spPr>
      </p:pic>
      <p:sp>
        <p:nvSpPr>
          <p:cNvPr id="5" name="Google Shape;140;p21">
            <a:extLst>
              <a:ext uri="{FF2B5EF4-FFF2-40B4-BE49-F238E27FC236}">
                <a16:creationId xmlns:a16="http://schemas.microsoft.com/office/drawing/2014/main" id="{170394DA-5940-E4EE-DABA-31B4C1719B2C}"/>
              </a:ext>
            </a:extLst>
          </p:cNvPr>
          <p:cNvSpPr txBox="1">
            <a:spLocks/>
          </p:cNvSpPr>
          <p:nvPr/>
        </p:nvSpPr>
        <p:spPr>
          <a:xfrm>
            <a:off x="830400" y="280684"/>
            <a:ext cx="22723200" cy="18616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>
            <a:lvl1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Variables in life</a:t>
            </a:r>
          </a:p>
        </p:txBody>
      </p:sp>
    </p:spTree>
    <p:extLst>
      <p:ext uri="{BB962C8B-B14F-4D97-AF65-F5344CB8AC3E}">
        <p14:creationId xmlns:p14="http://schemas.microsoft.com/office/powerpoint/2010/main" val="276890933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>
            <a:spLocks noGrp="1"/>
          </p:cNvSpPr>
          <p:nvPr>
            <p:ph type="sldNum" idx="12"/>
          </p:nvPr>
        </p:nvSpPr>
        <p:spPr>
          <a:xfrm>
            <a:off x="23552533" y="12878133"/>
            <a:ext cx="831200" cy="8376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fld id="{00000000-1234-1234-1234-123412341234}" type="slidenum">
              <a:rPr lang="en-GB"/>
              <a:pPr/>
              <a:t>8</a:t>
            </a:fld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body" idx="1"/>
          </p:nvPr>
        </p:nvSpPr>
        <p:spPr>
          <a:xfrm>
            <a:off x="829067" y="3120331"/>
            <a:ext cx="10924000" cy="97576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 marL="0" indent="0" algn="just"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What changes in this project?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spcBef>
                <a:spcPts val="2667"/>
              </a:spcBef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spcBef>
                <a:spcPts val="2667"/>
              </a:spcBef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When does it change?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spcBef>
                <a:spcPts val="2667"/>
              </a:spcBef>
              <a:spcAft>
                <a:spcPts val="2667"/>
              </a:spcAft>
              <a:buNone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spcBef>
                <a:spcPts val="2667"/>
              </a:spcBef>
              <a:spcAft>
                <a:spcPts val="2667"/>
              </a:spcAft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Is the change always the same?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Google Shape;140;p21">
            <a:extLst>
              <a:ext uri="{FF2B5EF4-FFF2-40B4-BE49-F238E27FC236}">
                <a16:creationId xmlns:a16="http://schemas.microsoft.com/office/drawing/2014/main" id="{FB12A3D6-2403-8910-AA05-3E676F687857}"/>
              </a:ext>
            </a:extLst>
          </p:cNvPr>
          <p:cNvSpPr txBox="1">
            <a:spLocks/>
          </p:cNvSpPr>
          <p:nvPr/>
        </p:nvSpPr>
        <p:spPr>
          <a:xfrm>
            <a:off x="829067" y="299561"/>
            <a:ext cx="22723200" cy="18616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>
            <a:lvl1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1pPr>
            <a:lvl2pPr marL="0" marR="0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Variables in Scratch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04D0C1-C361-475F-D24D-C00F25B71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8079" y="1622854"/>
            <a:ext cx="13510054" cy="104702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F33350-53BB-CC47-144A-DA2962288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B9D17A-701D-5227-39C4-22EDB4A07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8500" dirty="0">
                <a:latin typeface="Arial" panose="020B0604020202020204" pitchFamily="34" charset="0"/>
                <a:cs typeface="Arial" panose="020B0604020202020204" pitchFamily="34" charset="0"/>
              </a:rPr>
              <a:t>Variable types in programming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1001FC-E298-0FC4-4F80-BA40C7A70AD9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5B8E9BD-740C-C714-AF1B-DE56F8BC9E5E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ifferent data types can occur in a real-life database example. In a film database, string links to title, float or real links to rating, integer links to times viewed and Boolean links to favourite.">
            <a:extLst>
              <a:ext uri="{FF2B5EF4-FFF2-40B4-BE49-F238E27FC236}">
                <a16:creationId xmlns:a16="http://schemas.microsoft.com/office/drawing/2014/main" id="{D1F2B0EA-65C7-FE46-2082-73BEC4E97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823" y="3312314"/>
            <a:ext cx="13586424" cy="10100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705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AF6E51-6C9E-7830-F4A3-6C27B6AC3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D062D2-2200-F352-1E4F-E14AE12E5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34" y="941984"/>
            <a:ext cx="22723200" cy="1861600"/>
          </a:xfrm>
        </p:spPr>
        <p:txBody>
          <a:bodyPr/>
          <a:lstStyle/>
          <a:p>
            <a:r>
              <a:rPr lang="en-US" sz="8500" dirty="0">
                <a:latin typeface="Arial" panose="020B0604020202020204" pitchFamily="34" charset="0"/>
                <a:cs typeface="Arial" panose="020B0604020202020204" pitchFamily="34" charset="0"/>
              </a:rPr>
              <a:t>Typed vs Untyped Programming Languages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5ED2EC-DC01-EECC-334D-F95273A0ADC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4423171-ECA1-B58B-2004-1A12FFB8FE57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A computer screen shot of a black screen&#10;&#10;Description automatically generated">
            <a:extLst>
              <a:ext uri="{FF2B5EF4-FFF2-40B4-BE49-F238E27FC236}">
                <a16:creationId xmlns:a16="http://schemas.microsoft.com/office/drawing/2014/main" id="{D7040F23-5CBD-B0E5-D6B2-E722BBC654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417" y="3711389"/>
            <a:ext cx="12001583" cy="6371680"/>
          </a:xfrm>
          <a:prstGeom prst="rect">
            <a:avLst/>
          </a:prstGeom>
        </p:spPr>
      </p:pic>
      <p:pic>
        <p:nvPicPr>
          <p:cNvPr id="9" name="Picture 8" descr="A computer screen shot of a black rectangular with colorful text&#10;&#10;Description automatically generated">
            <a:extLst>
              <a:ext uri="{FF2B5EF4-FFF2-40B4-BE49-F238E27FC236}">
                <a16:creationId xmlns:a16="http://schemas.microsoft.com/office/drawing/2014/main" id="{BFD35094-70C7-8B90-1377-E379199D5A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348" y="3711389"/>
            <a:ext cx="12001582" cy="709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889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>
            <a:spLocks noGrp="1"/>
          </p:cNvSpPr>
          <p:nvPr>
            <p:ph type="body" idx="1"/>
          </p:nvPr>
        </p:nvSpPr>
        <p:spPr>
          <a:xfrm>
            <a:off x="829067" y="2757333"/>
            <a:ext cx="22723200" cy="20888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 marL="0" indent="0">
              <a:buNone/>
            </a:pPr>
            <a:r>
              <a:rPr lang="en-GB" dirty="0"/>
              <a:t>In the Scratch example we looked at earlier you identified the variable Score.</a:t>
            </a:r>
            <a:endParaRPr dirty="0"/>
          </a:p>
          <a:p>
            <a:pPr marL="0" indent="0">
              <a:spcBef>
                <a:spcPts val="4267"/>
              </a:spcBef>
              <a:buNone/>
            </a:pPr>
            <a:endParaRPr dirty="0"/>
          </a:p>
          <a:p>
            <a:pPr marL="0" indent="0">
              <a:spcBef>
                <a:spcPts val="4267"/>
              </a:spcBef>
              <a:buNone/>
            </a:pPr>
            <a:endParaRPr dirty="0"/>
          </a:p>
          <a:p>
            <a:pPr marL="0" indent="0">
              <a:spcBef>
                <a:spcPts val="4267"/>
              </a:spcBef>
              <a:spcAft>
                <a:spcPts val="4267"/>
              </a:spcAft>
              <a:buNone/>
            </a:pPr>
            <a:endParaRPr dirty="0"/>
          </a:p>
        </p:txBody>
      </p:sp>
      <p:sp>
        <p:nvSpPr>
          <p:cNvPr id="206" name="Google Shape;206;p28"/>
          <p:cNvSpPr txBox="1"/>
          <p:nvPr/>
        </p:nvSpPr>
        <p:spPr>
          <a:xfrm>
            <a:off x="825400" y="4812568"/>
            <a:ext cx="22048000" cy="210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lang="gd-GB" dirty="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More complicated situations might involve more than one variable:</a:t>
            </a:r>
            <a:endParaRPr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>
              <a:lnSpc>
                <a:spcPct val="115000"/>
              </a:lnSpc>
              <a:spcBef>
                <a:spcPts val="4267"/>
              </a:spcBef>
            </a:pPr>
            <a:endParaRPr dirty="0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>
              <a:spcBef>
                <a:spcPts val="4267"/>
              </a:spcBef>
            </a:pPr>
            <a:endParaRPr sz="12800" dirty="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7" name="Google Shape;207;p28"/>
          <p:cNvSpPr txBox="1">
            <a:spLocks noGrp="1"/>
          </p:cNvSpPr>
          <p:nvPr>
            <p:ph type="title"/>
          </p:nvPr>
        </p:nvSpPr>
        <p:spPr>
          <a:xfrm>
            <a:off x="829067" y="852267"/>
            <a:ext cx="22723200" cy="1890400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r>
              <a:rPr lang="en-GB" sz="8500" dirty="0">
                <a:latin typeface="Arial" panose="020B0604020202020204" pitchFamily="34" charset="0"/>
                <a:cs typeface="Arial" panose="020B0604020202020204" pitchFamily="34" charset="0"/>
              </a:rPr>
              <a:t>Worksheet Q1</a:t>
            </a:r>
            <a:endParaRPr sz="8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Google Shape;208;p28"/>
          <p:cNvSpPr txBox="1">
            <a:spLocks noGrp="1"/>
          </p:cNvSpPr>
          <p:nvPr>
            <p:ph type="sldNum" idx="12"/>
          </p:nvPr>
        </p:nvSpPr>
        <p:spPr>
          <a:xfrm>
            <a:off x="23552533" y="12878133"/>
            <a:ext cx="831200" cy="8376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fld id="{00000000-1234-1234-1234-123412341234}" type="slidenum">
              <a:rPr lang="en-GB"/>
              <a:pPr/>
              <a:t>11</a:t>
            </a:fld>
            <a:endParaRPr/>
          </a:p>
        </p:txBody>
      </p:sp>
      <p:sp>
        <p:nvSpPr>
          <p:cNvPr id="210" name="Google Shape;210;p28"/>
          <p:cNvSpPr/>
          <p:nvPr/>
        </p:nvSpPr>
        <p:spPr>
          <a:xfrm>
            <a:off x="18012701" y="8012200"/>
            <a:ext cx="4071200" cy="22456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>
              <a:spcBef>
                <a:spcPts val="0"/>
              </a:spcBef>
            </a:pPr>
            <a:endParaRPr sz="12800"/>
          </a:p>
        </p:txBody>
      </p:sp>
      <p:sp>
        <p:nvSpPr>
          <p:cNvPr id="211" name="Google Shape;211;p28"/>
          <p:cNvSpPr/>
          <p:nvPr/>
        </p:nvSpPr>
        <p:spPr>
          <a:xfrm>
            <a:off x="1879000" y="7877400"/>
            <a:ext cx="20347200" cy="26016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>
              <a:spcBef>
                <a:spcPts val="0"/>
              </a:spcBef>
            </a:pPr>
            <a:endParaRPr sz="12800"/>
          </a:p>
        </p:txBody>
      </p:sp>
      <p:pic>
        <p:nvPicPr>
          <p:cNvPr id="212" name="Google Shape;21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7312" y="8232987"/>
            <a:ext cx="3593605" cy="1890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p28"/>
          <p:cNvGrpSpPr/>
          <p:nvPr/>
        </p:nvGrpSpPr>
        <p:grpSpPr>
          <a:xfrm>
            <a:off x="18187467" y="8227200"/>
            <a:ext cx="3593600" cy="1901952"/>
            <a:chOff x="2946650" y="3539688"/>
            <a:chExt cx="1347600" cy="713232"/>
          </a:xfrm>
        </p:grpSpPr>
        <p:sp>
          <p:nvSpPr>
            <p:cNvPr id="214" name="Google Shape;214;p28"/>
            <p:cNvSpPr/>
            <p:nvPr/>
          </p:nvSpPr>
          <p:spPr>
            <a:xfrm>
              <a:off x="2946650" y="3541838"/>
              <a:ext cx="1347600" cy="7089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243800" tIns="243800" rIns="243800" bIns="243800" anchor="ctr" anchorCtr="0">
              <a:noAutofit/>
            </a:bodyPr>
            <a:lstStyle/>
            <a:p>
              <a:pPr>
                <a:spcBef>
                  <a:spcPts val="0"/>
                </a:spcBef>
              </a:pPr>
              <a:endParaRPr sz="12800"/>
            </a:p>
          </p:txBody>
        </p:sp>
        <p:pic>
          <p:nvPicPr>
            <p:cNvPr id="215" name="Google Shape;215;p28" descr="Japan, Flag, Asia, National, Signs, Symbols, Country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85525" y="3539688"/>
              <a:ext cx="1069848" cy="7132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6" name="Google Shape;216;p28"/>
          <p:cNvSpPr txBox="1"/>
          <p:nvPr/>
        </p:nvSpPr>
        <p:spPr>
          <a:xfrm>
            <a:off x="6224867" y="8233000"/>
            <a:ext cx="3593600" cy="189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GB" sz="13867" b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USA</a:t>
            </a:r>
            <a:endParaRPr sz="13867" b="1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7" name="Google Shape;217;p28"/>
          <p:cNvSpPr txBox="1"/>
          <p:nvPr/>
        </p:nvSpPr>
        <p:spPr>
          <a:xfrm>
            <a:off x="14352867" y="8233000"/>
            <a:ext cx="3593600" cy="189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GB" sz="13867" b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JPN</a:t>
            </a:r>
            <a:endParaRPr sz="13867" b="1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8" name="Google Shape;218;p28"/>
          <p:cNvSpPr txBox="1"/>
          <p:nvPr/>
        </p:nvSpPr>
        <p:spPr>
          <a:xfrm>
            <a:off x="10050035" y="8220333"/>
            <a:ext cx="4071200" cy="189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GB" sz="13867" b="1">
                <a:latin typeface="Oswald"/>
                <a:ea typeface="Oswald"/>
                <a:cs typeface="Oswald"/>
                <a:sym typeface="Oswald"/>
              </a:rPr>
              <a:t>0 - 0</a:t>
            </a:r>
            <a:endParaRPr sz="13867" b="1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9" name="Google Shape;219;p28"/>
          <p:cNvSpPr/>
          <p:nvPr/>
        </p:nvSpPr>
        <p:spPr>
          <a:xfrm>
            <a:off x="2021301" y="7964600"/>
            <a:ext cx="4071200" cy="2245600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>
              <a:spcBef>
                <a:spcPts val="0"/>
              </a:spcBef>
            </a:pPr>
            <a:endParaRPr sz="12800"/>
          </a:p>
        </p:txBody>
      </p:sp>
      <p:pic>
        <p:nvPicPr>
          <p:cNvPr id="220" name="Google Shape;22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78168" y="8201333"/>
            <a:ext cx="2840005" cy="189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8"/>
          <p:cNvSpPr txBox="1"/>
          <p:nvPr/>
        </p:nvSpPr>
        <p:spPr>
          <a:xfrm>
            <a:off x="6288901" y="8189800"/>
            <a:ext cx="3593600" cy="189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GB" sz="13867" b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ESP</a:t>
            </a:r>
            <a:endParaRPr sz="13867" b="1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22" name="Google Shape;222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187467" y="8233000"/>
            <a:ext cx="3593600" cy="189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8"/>
          <p:cNvSpPr txBox="1"/>
          <p:nvPr/>
        </p:nvSpPr>
        <p:spPr>
          <a:xfrm>
            <a:off x="14416901" y="8189800"/>
            <a:ext cx="3593600" cy="189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GB" sz="13867" b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ENG</a:t>
            </a:r>
            <a:endParaRPr sz="13867" b="1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24" name="Google Shape;224;p28"/>
          <p:cNvSpPr/>
          <p:nvPr/>
        </p:nvSpPr>
        <p:spPr>
          <a:xfrm>
            <a:off x="10219733" y="8233000"/>
            <a:ext cx="1195200" cy="1890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>
              <a:spcBef>
                <a:spcPts val="0"/>
              </a:spcBef>
            </a:pPr>
            <a:endParaRPr sz="12800"/>
          </a:p>
        </p:txBody>
      </p:sp>
      <p:sp>
        <p:nvSpPr>
          <p:cNvPr id="225" name="Google Shape;225;p28"/>
          <p:cNvSpPr/>
          <p:nvPr/>
        </p:nvSpPr>
        <p:spPr>
          <a:xfrm>
            <a:off x="12834133" y="8233000"/>
            <a:ext cx="1195200" cy="1890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>
              <a:spcBef>
                <a:spcPts val="0"/>
              </a:spcBef>
            </a:pPr>
            <a:endParaRPr sz="12800"/>
          </a:p>
        </p:txBody>
      </p:sp>
      <p:sp>
        <p:nvSpPr>
          <p:cNvPr id="226" name="Google Shape;226;p28"/>
          <p:cNvSpPr txBox="1"/>
          <p:nvPr/>
        </p:nvSpPr>
        <p:spPr>
          <a:xfrm>
            <a:off x="6884933" y="10924333"/>
            <a:ext cx="4659200" cy="1076800"/>
          </a:xfrm>
          <a:prstGeom prst="rect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Home_score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cxnSp>
        <p:nvCxnSpPr>
          <p:cNvPr id="227" name="Google Shape;227;p28"/>
          <p:cNvCxnSpPr>
            <a:stCxn id="226" idx="0"/>
            <a:endCxn id="224" idx="2"/>
          </p:cNvCxnSpPr>
          <p:nvPr/>
        </p:nvCxnSpPr>
        <p:spPr>
          <a:xfrm rot="10800000" flipH="1">
            <a:off x="9214533" y="10123533"/>
            <a:ext cx="1603200" cy="800800"/>
          </a:xfrm>
          <a:prstGeom prst="straightConnector1">
            <a:avLst/>
          </a:prstGeom>
          <a:noFill/>
          <a:ln w="28575" cap="flat" cmpd="sng">
            <a:solidFill>
              <a:srgbClr val="FFFF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8" name="Google Shape;228;p28"/>
          <p:cNvCxnSpPr>
            <a:stCxn id="229" idx="0"/>
            <a:endCxn id="225" idx="2"/>
          </p:cNvCxnSpPr>
          <p:nvPr/>
        </p:nvCxnSpPr>
        <p:spPr>
          <a:xfrm rot="10800000">
            <a:off x="13431733" y="10123400"/>
            <a:ext cx="598400" cy="800800"/>
          </a:xfrm>
          <a:prstGeom prst="straightConnector1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0" name="Google Shape;230;p28"/>
          <p:cNvSpPr txBox="1"/>
          <p:nvPr/>
        </p:nvSpPr>
        <p:spPr>
          <a:xfrm>
            <a:off x="1768600" y="10924333"/>
            <a:ext cx="4659200" cy="1076800"/>
          </a:xfrm>
          <a:prstGeom prst="rect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Home_team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1" name="Google Shape;231;p28"/>
          <p:cNvSpPr txBox="1"/>
          <p:nvPr/>
        </p:nvSpPr>
        <p:spPr>
          <a:xfrm>
            <a:off x="17329733" y="10924333"/>
            <a:ext cx="4249600" cy="10768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Away_team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2" name="Google Shape;232;p28"/>
          <p:cNvSpPr/>
          <p:nvPr/>
        </p:nvSpPr>
        <p:spPr>
          <a:xfrm>
            <a:off x="6562133" y="8233000"/>
            <a:ext cx="3101600" cy="1890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>
              <a:spcBef>
                <a:spcPts val="0"/>
              </a:spcBef>
            </a:pPr>
            <a:endParaRPr sz="12800"/>
          </a:p>
        </p:txBody>
      </p:sp>
      <p:sp>
        <p:nvSpPr>
          <p:cNvPr id="233" name="Google Shape;233;p28"/>
          <p:cNvSpPr/>
          <p:nvPr/>
        </p:nvSpPr>
        <p:spPr>
          <a:xfrm>
            <a:off x="14690133" y="8233000"/>
            <a:ext cx="3101600" cy="1890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>
              <a:spcBef>
                <a:spcPts val="0"/>
              </a:spcBef>
            </a:pPr>
            <a:endParaRPr sz="12800"/>
          </a:p>
        </p:txBody>
      </p:sp>
      <p:cxnSp>
        <p:nvCxnSpPr>
          <p:cNvPr id="234" name="Google Shape;234;p28"/>
          <p:cNvCxnSpPr>
            <a:stCxn id="230" idx="0"/>
            <a:endCxn id="232" idx="2"/>
          </p:cNvCxnSpPr>
          <p:nvPr/>
        </p:nvCxnSpPr>
        <p:spPr>
          <a:xfrm rot="10800000" flipH="1">
            <a:off x="4098200" y="10123533"/>
            <a:ext cx="4014400" cy="800800"/>
          </a:xfrm>
          <a:prstGeom prst="straightConnector1">
            <a:avLst/>
          </a:prstGeom>
          <a:noFill/>
          <a:ln w="28575" cap="flat" cmpd="sng">
            <a:solidFill>
              <a:srgbClr val="00FF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5" name="Google Shape;235;p28"/>
          <p:cNvCxnSpPr>
            <a:stCxn id="231" idx="0"/>
            <a:endCxn id="233" idx="2"/>
          </p:cNvCxnSpPr>
          <p:nvPr/>
        </p:nvCxnSpPr>
        <p:spPr>
          <a:xfrm rot="10800000">
            <a:off x="16240933" y="10123533"/>
            <a:ext cx="3213600" cy="800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6" name="Google Shape;236;p28"/>
          <p:cNvSpPr txBox="1"/>
          <p:nvPr/>
        </p:nvSpPr>
        <p:spPr>
          <a:xfrm>
            <a:off x="12097600" y="10924467"/>
            <a:ext cx="4659200" cy="107680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Away_score</a:t>
            </a:r>
            <a:endParaRPr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FE4F9B-0711-8205-86BB-B5215D83EA9E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>
            <a:spLocks noGrp="1"/>
          </p:cNvSpPr>
          <p:nvPr>
            <p:ph type="body" idx="1"/>
          </p:nvPr>
        </p:nvSpPr>
        <p:spPr>
          <a:xfrm>
            <a:off x="829067" y="2713933"/>
            <a:ext cx="22723200" cy="101640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 marL="0" indent="0">
              <a:spcAft>
                <a:spcPts val="4267"/>
              </a:spcAft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On the activity sheet, find the values of the variables.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3" name="Google Shape;243;p29"/>
          <p:cNvSpPr txBox="1">
            <a:spLocks noGrp="1"/>
          </p:cNvSpPr>
          <p:nvPr>
            <p:ph type="sldNum" idx="12"/>
          </p:nvPr>
        </p:nvSpPr>
        <p:spPr>
          <a:xfrm>
            <a:off x="23552533" y="12878133"/>
            <a:ext cx="831200" cy="8376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fld id="{00000000-1234-1234-1234-123412341234}" type="slidenum">
              <a:rPr lang="en-GB"/>
              <a:pPr/>
              <a:t>12</a:t>
            </a:fld>
            <a:endParaRPr/>
          </a:p>
        </p:txBody>
      </p:sp>
      <p:pic>
        <p:nvPicPr>
          <p:cNvPr id="245" name="Google Shape;24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5267" y="5803903"/>
            <a:ext cx="15290800" cy="21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46600" y="8747201"/>
            <a:ext cx="15290800" cy="21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F107F683-F4B0-32A3-8D10-D9E921202D76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93"/>
          <p:cNvSpPr txBox="1">
            <a:spLocks noGrp="1"/>
          </p:cNvSpPr>
          <p:nvPr>
            <p:ph type="body" idx="1"/>
          </p:nvPr>
        </p:nvSpPr>
        <p:spPr>
          <a:xfrm>
            <a:off x="847722" y="3266793"/>
            <a:ext cx="21967200" cy="2391424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>
              <a:buNone/>
            </a:pP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Big Ed is your friendly chatbot.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667"/>
              </a:spcBef>
              <a:spcAft>
                <a:spcPts val="2667"/>
              </a:spcAft>
              <a:buNone/>
            </a:pP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This code has been added to Big Ed in Scratch: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97" name="Google Shape;1097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64467" y="2041867"/>
            <a:ext cx="5274528" cy="5448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8" name="Google Shape;1098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7335" y="6718933"/>
            <a:ext cx="9846787" cy="4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9" name="Google Shape;1099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23338" y="6677934"/>
            <a:ext cx="8810397" cy="508133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07;p28">
            <a:extLst>
              <a:ext uri="{FF2B5EF4-FFF2-40B4-BE49-F238E27FC236}">
                <a16:creationId xmlns:a16="http://schemas.microsoft.com/office/drawing/2014/main" id="{66780952-D1DC-3EBC-3763-59C035471695}"/>
              </a:ext>
            </a:extLst>
          </p:cNvPr>
          <p:cNvSpPr txBox="1">
            <a:spLocks/>
          </p:cNvSpPr>
          <p:nvPr/>
        </p:nvSpPr>
        <p:spPr>
          <a:xfrm>
            <a:off x="829067" y="852267"/>
            <a:ext cx="22723200" cy="1890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spcFirstLastPara="1" wrap="square" lIns="243800" tIns="243800" rIns="243800" bIns="243800" anchor="ctr" anchorCtr="0">
            <a:noAutofit/>
          </a:bodyPr>
          <a:lstStyle>
            <a:lvl1pPr marL="0" marR="0" lvl="0" indent="0" algn="l" defTabSz="2438338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tabLst/>
              <a:defRPr sz="5333" b="1" i="0" u="none" strike="noStrike" cap="none" spc="-170" baseline="0">
                <a:solidFill>
                  <a:schemeClr val="lt1"/>
                </a:solidFill>
                <a:uFillTx/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lvl="2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lvl="3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lvl="4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lvl="5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lvl="6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lvl="7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lvl="8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GB"/>
              <a:t>Worksheet Q1</a:t>
            </a:r>
            <a:endParaRPr lang="en-GB" dirty="0"/>
          </a:p>
        </p:txBody>
      </p:sp>
      <p:sp>
        <p:nvSpPr>
          <p:cNvPr id="12" name="Google Shape;207;p28">
            <a:extLst>
              <a:ext uri="{FF2B5EF4-FFF2-40B4-BE49-F238E27FC236}">
                <a16:creationId xmlns:a16="http://schemas.microsoft.com/office/drawing/2014/main" id="{0D781F9D-3189-130B-279F-1D4D99EF12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29067" y="1376393"/>
            <a:ext cx="19027200" cy="820674"/>
          </a:xfrm>
          <a:prstGeom prst="rect">
            <a:avLst/>
          </a:prstGeom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r>
              <a:rPr lang="en-GB" sz="8500" dirty="0">
                <a:solidFill>
                  <a:schemeClr val="tx1"/>
                </a:solidFill>
                <a:latin typeface="Helvetica" pitchFamily="2" charset="0"/>
              </a:rPr>
              <a:t>Worksheet Q2</a:t>
            </a:r>
            <a:endParaRPr sz="8500" dirty="0">
              <a:solidFill>
                <a:schemeClr val="tx1"/>
              </a:solidFill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7A801-981C-34CF-15CC-0148549D1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04695-C709-547E-7EAA-6E67874E7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2E422B-D9CA-2067-D10E-B26C825DC2EE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 screenshot of a chat&#10;&#10;Description automatically generated">
            <a:extLst>
              <a:ext uri="{FF2B5EF4-FFF2-40B4-BE49-F238E27FC236}">
                <a16:creationId xmlns:a16="http://schemas.microsoft.com/office/drawing/2014/main" id="{9CDADC61-C546-C8AF-39E6-DC49EA5D84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66" y="1240596"/>
            <a:ext cx="23529896" cy="1142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710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94"/>
          <p:cNvSpPr txBox="1">
            <a:spLocks noGrp="1"/>
          </p:cNvSpPr>
          <p:nvPr>
            <p:ph type="title"/>
          </p:nvPr>
        </p:nvSpPr>
        <p:spPr>
          <a:xfrm>
            <a:off x="864000" y="406463"/>
            <a:ext cx="21027200" cy="820674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GB"/>
              <a:t>Use variables in a program</a:t>
            </a:r>
            <a:endParaRPr/>
          </a:p>
        </p:txBody>
      </p:sp>
      <p:sp>
        <p:nvSpPr>
          <p:cNvPr id="1106" name="Google Shape;1106;p94"/>
          <p:cNvSpPr txBox="1">
            <a:spLocks noGrp="1"/>
          </p:cNvSpPr>
          <p:nvPr>
            <p:ph type="body" idx="1"/>
          </p:nvPr>
        </p:nvSpPr>
        <p:spPr>
          <a:xfrm>
            <a:off x="864000" y="2160000"/>
            <a:ext cx="21967200" cy="1195712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>
              <a:spcAft>
                <a:spcPts val="2667"/>
              </a:spcAft>
              <a:buNone/>
            </a:pP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What are the </a:t>
            </a:r>
            <a:r>
              <a:rPr lang="en-GB" sz="4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in this code block?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07" name="Google Shape;1107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3604" y="4199200"/>
            <a:ext cx="8810397" cy="5081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95"/>
          <p:cNvSpPr txBox="1">
            <a:spLocks noGrp="1"/>
          </p:cNvSpPr>
          <p:nvPr>
            <p:ph type="title"/>
          </p:nvPr>
        </p:nvSpPr>
        <p:spPr>
          <a:xfrm>
            <a:off x="864000" y="406463"/>
            <a:ext cx="21027200" cy="820674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GB"/>
              <a:t>Use variables in a program</a:t>
            </a:r>
            <a:endParaRPr/>
          </a:p>
        </p:txBody>
      </p:sp>
      <p:sp>
        <p:nvSpPr>
          <p:cNvPr id="1114" name="Google Shape;1114;p95"/>
          <p:cNvSpPr txBox="1">
            <a:spLocks noGrp="1"/>
          </p:cNvSpPr>
          <p:nvPr>
            <p:ph type="body" idx="1"/>
          </p:nvPr>
        </p:nvSpPr>
        <p:spPr>
          <a:xfrm>
            <a:off x="864000" y="2160000"/>
            <a:ext cx="21967200" cy="1195712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>
              <a:spcAft>
                <a:spcPts val="2667"/>
              </a:spcAft>
              <a:buNone/>
            </a:pP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What are the </a:t>
            </a:r>
            <a:r>
              <a:rPr lang="en-GB" sz="4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in this code block?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5" name="Google Shape;1115;p95"/>
          <p:cNvSpPr txBox="1"/>
          <p:nvPr/>
        </p:nvSpPr>
        <p:spPr>
          <a:xfrm>
            <a:off x="14930000" y="6374133"/>
            <a:ext cx="6070400" cy="16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>
                <a:solidFill>
                  <a:schemeClr val="dk1"/>
                </a:solidFill>
                <a:latin typeface="Arial" panose="020B0604020202020204" pitchFamily="34" charset="0"/>
                <a:ea typeface="Kalam"/>
                <a:cs typeface="Arial" panose="020B0604020202020204" pitchFamily="34" charset="0"/>
                <a:sym typeface="Kalam"/>
              </a:rPr>
              <a:t>name and answer</a:t>
            </a:r>
            <a:endParaRPr>
              <a:solidFill>
                <a:schemeClr val="dk1"/>
              </a:solidFill>
              <a:latin typeface="Arial" panose="020B0604020202020204" pitchFamily="34" charset="0"/>
              <a:ea typeface="Kalam"/>
              <a:cs typeface="Arial" panose="020B0604020202020204" pitchFamily="34" charset="0"/>
              <a:sym typeface="Kalam"/>
            </a:endParaRPr>
          </a:p>
        </p:txBody>
      </p:sp>
      <p:cxnSp>
        <p:nvCxnSpPr>
          <p:cNvPr id="1116" name="Google Shape;1116;p95"/>
          <p:cNvCxnSpPr>
            <a:stCxn id="1115" idx="1"/>
          </p:cNvCxnSpPr>
          <p:nvPr/>
        </p:nvCxnSpPr>
        <p:spPr>
          <a:xfrm flipH="1">
            <a:off x="6882000" y="7200933"/>
            <a:ext cx="8048000" cy="333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17" name="Google Shape;1117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004" y="4186134"/>
            <a:ext cx="8810397" cy="5081333"/>
          </a:xfrm>
          <a:prstGeom prst="rect">
            <a:avLst/>
          </a:prstGeom>
          <a:noFill/>
          <a:ln>
            <a:noFill/>
          </a:ln>
        </p:spPr>
      </p:pic>
      <p:sp>
        <p:nvSpPr>
          <p:cNvPr id="1118" name="Google Shape;1118;p95"/>
          <p:cNvSpPr txBox="1"/>
          <p:nvPr/>
        </p:nvSpPr>
        <p:spPr>
          <a:xfrm>
            <a:off x="949267" y="9586000"/>
            <a:ext cx="21311200" cy="18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>
                <a:solidFill>
                  <a:schemeClr val="dk1"/>
                </a:solidFill>
                <a:latin typeface="Arial" panose="020B0604020202020204" pitchFamily="34" charset="0"/>
                <a:ea typeface="Kalam"/>
                <a:cs typeface="Arial" panose="020B0604020202020204" pitchFamily="34" charset="0"/>
                <a:sym typeface="Kalam"/>
              </a:rPr>
              <a:t>‘answer’ is a built-in </a:t>
            </a:r>
            <a:r>
              <a:rPr lang="en-GB" b="1">
                <a:solidFill>
                  <a:schemeClr val="dk1"/>
                </a:solidFill>
                <a:latin typeface="Arial" panose="020B0604020202020204" pitchFamily="34" charset="0"/>
                <a:ea typeface="Kalam"/>
                <a:cs typeface="Arial" panose="020B0604020202020204" pitchFamily="34" charset="0"/>
                <a:sym typeface="Kalam"/>
              </a:rPr>
              <a:t>variable</a:t>
            </a:r>
            <a:r>
              <a:rPr lang="en-GB">
                <a:solidFill>
                  <a:schemeClr val="dk1"/>
                </a:solidFill>
                <a:latin typeface="Arial" panose="020B0604020202020204" pitchFamily="34" charset="0"/>
                <a:ea typeface="Kalam"/>
                <a:cs typeface="Arial" panose="020B0604020202020204" pitchFamily="34" charset="0"/>
                <a:sym typeface="Kalam"/>
              </a:rPr>
              <a:t> in Scratch that holds the </a:t>
            </a:r>
            <a:r>
              <a:rPr lang="en-GB" b="1">
                <a:solidFill>
                  <a:schemeClr val="dk1"/>
                </a:solidFill>
                <a:latin typeface="Arial" panose="020B0604020202020204" pitchFamily="34" charset="0"/>
                <a:ea typeface="Kalam"/>
                <a:cs typeface="Arial" panose="020B0604020202020204" pitchFamily="34" charset="0"/>
                <a:sym typeface="Kalam"/>
              </a:rPr>
              <a:t>value</a:t>
            </a:r>
            <a:r>
              <a:rPr lang="en-GB">
                <a:solidFill>
                  <a:schemeClr val="dk1"/>
                </a:solidFill>
                <a:latin typeface="Arial" panose="020B0604020202020204" pitchFamily="34" charset="0"/>
                <a:ea typeface="Kalam"/>
                <a:cs typeface="Arial" panose="020B0604020202020204" pitchFamily="34" charset="0"/>
                <a:sym typeface="Kalam"/>
              </a:rPr>
              <a:t> a user types in. The </a:t>
            </a:r>
            <a:r>
              <a:rPr lang="en-GB" b="1">
                <a:solidFill>
                  <a:schemeClr val="dk1"/>
                </a:solidFill>
                <a:latin typeface="Arial" panose="020B0604020202020204" pitchFamily="34" charset="0"/>
                <a:ea typeface="Kalam"/>
                <a:cs typeface="Arial" panose="020B0604020202020204" pitchFamily="34" charset="0"/>
                <a:sym typeface="Kalam"/>
              </a:rPr>
              <a:t>variable</a:t>
            </a:r>
            <a:r>
              <a:rPr lang="en-GB">
                <a:solidFill>
                  <a:schemeClr val="dk1"/>
                </a:solidFill>
                <a:latin typeface="Arial" panose="020B0604020202020204" pitchFamily="34" charset="0"/>
                <a:ea typeface="Kalam"/>
                <a:cs typeface="Arial" panose="020B0604020202020204" pitchFamily="34" charset="0"/>
                <a:sym typeface="Kalam"/>
              </a:rPr>
              <a:t> ‘name’ has been created by the programmer.</a:t>
            </a:r>
            <a:endParaRPr>
              <a:solidFill>
                <a:schemeClr val="dk1"/>
              </a:solidFill>
              <a:latin typeface="Arial" panose="020B0604020202020204" pitchFamily="34" charset="0"/>
              <a:ea typeface="Kalam"/>
              <a:cs typeface="Arial" panose="020B0604020202020204" pitchFamily="34" charset="0"/>
              <a:sym typeface="Kala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96"/>
          <p:cNvSpPr txBox="1">
            <a:spLocks noGrp="1"/>
          </p:cNvSpPr>
          <p:nvPr>
            <p:ph type="body" idx="1"/>
          </p:nvPr>
        </p:nvSpPr>
        <p:spPr>
          <a:xfrm>
            <a:off x="982800" y="976514"/>
            <a:ext cx="22418400" cy="943785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270936" indent="0">
              <a:buSzPts val="2000"/>
              <a:buNone/>
            </a:pPr>
            <a:r>
              <a:rPr lang="en-GB" sz="5333" dirty="0"/>
              <a:t>Predict what will happen when this code is run.</a:t>
            </a:r>
            <a:endParaRPr sz="5333" dirty="0"/>
          </a:p>
        </p:txBody>
      </p:sp>
      <p:pic>
        <p:nvPicPr>
          <p:cNvPr id="1126" name="Google Shape;112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5401" y="3361600"/>
            <a:ext cx="9846787" cy="4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7" name="Google Shape;1127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61804" y="2980800"/>
            <a:ext cx="8810397" cy="508133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FC09442-1F08-8945-24BF-BED05A63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97"/>
          <p:cNvSpPr txBox="1">
            <a:spLocks noGrp="1"/>
          </p:cNvSpPr>
          <p:nvPr>
            <p:ph type="title"/>
          </p:nvPr>
        </p:nvSpPr>
        <p:spPr>
          <a:xfrm>
            <a:off x="3864800" y="391135"/>
            <a:ext cx="15310400" cy="84946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/>
              <a:t>Use variables in a program</a:t>
            </a:r>
            <a:endParaRPr/>
          </a:p>
        </p:txBody>
      </p:sp>
      <p:pic>
        <p:nvPicPr>
          <p:cNvPr id="1135" name="Google Shape;1135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5401" y="3361600"/>
            <a:ext cx="9846787" cy="4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97"/>
          <p:cNvSpPr txBox="1"/>
          <p:nvPr/>
        </p:nvSpPr>
        <p:spPr>
          <a:xfrm>
            <a:off x="1925600" y="8313200"/>
            <a:ext cx="20532800" cy="3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ea typeface="Kalam"/>
                <a:cs typeface="Arial" panose="020B0604020202020204" pitchFamily="34" charset="0"/>
                <a:sym typeface="Kalam"/>
              </a:rPr>
              <a:t>The Big Ed sprite will say hello and introduce themselves. It will then call the </a:t>
            </a:r>
            <a:r>
              <a:rPr lang="en-GB" dirty="0" err="1">
                <a:solidFill>
                  <a:schemeClr val="dk1"/>
                </a:solidFill>
                <a:latin typeface="Arial" panose="020B0604020202020204" pitchFamily="34" charset="0"/>
                <a:ea typeface="Kalam"/>
                <a:cs typeface="Arial" panose="020B0604020202020204" pitchFamily="34" charset="0"/>
                <a:sym typeface="Kalam"/>
              </a:rPr>
              <a:t>ask_name</a:t>
            </a: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ea typeface="Kalam"/>
                <a:cs typeface="Arial" panose="020B0604020202020204" pitchFamily="34" charset="0"/>
                <a:sym typeface="Kalam"/>
              </a:rPr>
              <a:t> function / subroutine.</a:t>
            </a:r>
          </a:p>
          <a:p>
            <a:pPr>
              <a:spcBef>
                <a:spcPts val="0"/>
              </a:spcBef>
            </a:pPr>
            <a:endParaRPr dirty="0">
              <a:solidFill>
                <a:schemeClr val="dk1"/>
              </a:solidFill>
              <a:latin typeface="Arial" panose="020B0604020202020204" pitchFamily="34" charset="0"/>
              <a:ea typeface="Kalam"/>
              <a:cs typeface="Arial" panose="020B0604020202020204" pitchFamily="34" charset="0"/>
              <a:sym typeface="Kalam"/>
            </a:endParaRPr>
          </a:p>
          <a:p>
            <a:pPr>
              <a:spcBef>
                <a:spcPts val="0"/>
              </a:spcBef>
            </a:pP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ea typeface="Kalam"/>
                <a:cs typeface="Arial" panose="020B0604020202020204" pitchFamily="34" charset="0"/>
                <a:sym typeface="Kalam"/>
              </a:rPr>
              <a:t>The </a:t>
            </a:r>
            <a:r>
              <a:rPr lang="en-GB" dirty="0" err="1">
                <a:solidFill>
                  <a:schemeClr val="dk1"/>
                </a:solidFill>
                <a:latin typeface="Arial" panose="020B0604020202020204" pitchFamily="34" charset="0"/>
                <a:ea typeface="Kalam"/>
                <a:cs typeface="Arial" panose="020B0604020202020204" pitchFamily="34" charset="0"/>
                <a:sym typeface="Kalam"/>
              </a:rPr>
              <a:t>ask_name</a:t>
            </a: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ea typeface="Kalam"/>
                <a:cs typeface="Arial" panose="020B0604020202020204" pitchFamily="34" charset="0"/>
                <a:sym typeface="Kalam"/>
              </a:rPr>
              <a:t> subroutine will run a sequence of commands that asks the user for the name of their monster, stores that name in a </a:t>
            </a:r>
            <a:r>
              <a:rPr lang="en-GB" b="1" dirty="0">
                <a:solidFill>
                  <a:schemeClr val="dk1"/>
                </a:solidFill>
                <a:latin typeface="Arial" panose="020B0604020202020204" pitchFamily="34" charset="0"/>
                <a:ea typeface="Kalam"/>
                <a:cs typeface="Arial" panose="020B0604020202020204" pitchFamily="34" charset="0"/>
                <a:sym typeface="Kalam"/>
              </a:rPr>
              <a:t>variable</a:t>
            </a: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ea typeface="Kalam"/>
                <a:cs typeface="Arial" panose="020B0604020202020204" pitchFamily="34" charset="0"/>
                <a:sym typeface="Kalam"/>
              </a:rPr>
              <a:t>, before outputting it in a hello {name} message.</a:t>
            </a:r>
            <a:endParaRPr dirty="0">
              <a:solidFill>
                <a:schemeClr val="dk1"/>
              </a:solidFill>
              <a:latin typeface="Arial" panose="020B0604020202020204" pitchFamily="34" charset="0"/>
              <a:ea typeface="Kalam"/>
              <a:cs typeface="Arial" panose="020B0604020202020204" pitchFamily="34" charset="0"/>
              <a:sym typeface="Kalam"/>
            </a:endParaRPr>
          </a:p>
        </p:txBody>
      </p:sp>
      <p:pic>
        <p:nvPicPr>
          <p:cNvPr id="1137" name="Google Shape;1137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55604" y="2980000"/>
            <a:ext cx="8810397" cy="5081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0"/>
          <p:cNvSpPr txBox="1">
            <a:spLocks noGrp="1"/>
          </p:cNvSpPr>
          <p:nvPr>
            <p:ph type="sldNum" idx="12"/>
          </p:nvPr>
        </p:nvSpPr>
        <p:spPr>
          <a:xfrm>
            <a:off x="23552533" y="12878133"/>
            <a:ext cx="831200" cy="837600"/>
          </a:xfrm>
          <a:prstGeom prst="rect">
            <a:avLst/>
          </a:prstGeom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fld id="{00000000-1234-1234-1234-123412341234}" type="slidenum">
              <a:rPr lang="en-GB"/>
              <a:pPr/>
              <a:t>19</a:t>
            </a:fld>
            <a:endParaRPr/>
          </a:p>
        </p:txBody>
      </p:sp>
      <p:sp>
        <p:nvSpPr>
          <p:cNvPr id="253" name="Google Shape;253;p30"/>
          <p:cNvSpPr txBox="1"/>
          <p:nvPr/>
        </p:nvSpPr>
        <p:spPr>
          <a:xfrm>
            <a:off x="829067" y="3120331"/>
            <a:ext cx="10924000" cy="97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 marL="1219215" indent="-914411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800"/>
              <a:buFont typeface="Quicksand"/>
              <a:buChar char="●"/>
            </a:pP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I can identify examples of information that is variable</a:t>
            </a:r>
            <a:endParaRPr dirty="0">
              <a:solidFill>
                <a:schemeClr val="dk1"/>
              </a:solidFill>
              <a:latin typeface="Arial" panose="020B0604020202020204" pitchFamily="34" charset="0"/>
              <a:ea typeface="Quicksand"/>
              <a:cs typeface="Arial" panose="020B0604020202020204" pitchFamily="34" charset="0"/>
              <a:sym typeface="Quicksand"/>
            </a:endParaRPr>
          </a:p>
          <a:p>
            <a:pPr marL="1219215" indent="-914411">
              <a:lnSpc>
                <a:spcPct val="115000"/>
              </a:lnSpc>
              <a:spcBef>
                <a:spcPts val="2667"/>
              </a:spcBef>
              <a:buClr>
                <a:schemeClr val="dk1"/>
              </a:buClr>
              <a:buSzPts val="1800"/>
              <a:buFont typeface="Quicksand"/>
              <a:buChar char="●"/>
            </a:pP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I can explain that the way that a variable changes can be defined</a:t>
            </a:r>
            <a:endParaRPr dirty="0">
              <a:solidFill>
                <a:schemeClr val="dk1"/>
              </a:solidFill>
              <a:latin typeface="Arial" panose="020B0604020202020204" pitchFamily="34" charset="0"/>
              <a:ea typeface="Quicksand"/>
              <a:cs typeface="Arial" panose="020B0604020202020204" pitchFamily="34" charset="0"/>
              <a:sym typeface="Quicksand"/>
            </a:endParaRPr>
          </a:p>
          <a:p>
            <a:pPr marL="1219215" indent="-914411">
              <a:lnSpc>
                <a:spcPct val="115000"/>
              </a:lnSpc>
              <a:spcBef>
                <a:spcPts val="2667"/>
              </a:spcBef>
              <a:spcAft>
                <a:spcPts val="2667"/>
              </a:spcAft>
              <a:buClr>
                <a:srgbClr val="5B5BA5"/>
              </a:buClr>
              <a:buSzPts val="1800"/>
              <a:buFont typeface="Quicksand"/>
              <a:buChar char="●"/>
            </a:pP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I can identify that variables can hold numbers or letters</a:t>
            </a:r>
            <a:r>
              <a:rPr lang="en-GB" dirty="0">
                <a:solidFill>
                  <a:srgbClr val="5B5BA5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 </a:t>
            </a:r>
            <a:endParaRPr dirty="0">
              <a:solidFill>
                <a:srgbClr val="5B5BA5"/>
              </a:solidFill>
              <a:latin typeface="Arial" panose="020B0604020202020204" pitchFamily="34" charset="0"/>
              <a:ea typeface="Quicksand"/>
              <a:cs typeface="Arial" panose="020B0604020202020204" pitchFamily="34" charset="0"/>
              <a:sym typeface="Quicksand"/>
            </a:endParaRPr>
          </a:p>
        </p:txBody>
      </p:sp>
      <p:sp>
        <p:nvSpPr>
          <p:cNvPr id="254" name="Google Shape;254;p30"/>
          <p:cNvSpPr txBox="1"/>
          <p:nvPr/>
        </p:nvSpPr>
        <p:spPr>
          <a:xfrm>
            <a:off x="829067" y="852267"/>
            <a:ext cx="22723200" cy="18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sz="8500" b="1" dirty="0">
                <a:solidFill>
                  <a:schemeClr val="tx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How confident are you? (1–3)</a:t>
            </a:r>
            <a:endParaRPr sz="8500" b="1" dirty="0">
              <a:solidFill>
                <a:schemeClr val="tx1"/>
              </a:solidFill>
              <a:latin typeface="Arial" panose="020B0604020202020204" pitchFamily="34" charset="0"/>
              <a:ea typeface="Quicksand"/>
              <a:cs typeface="Arial" panose="020B0604020202020204" pitchFamily="34" charset="0"/>
              <a:sym typeface="Quicksand"/>
            </a:endParaRPr>
          </a:p>
        </p:txBody>
      </p:sp>
      <p:sp>
        <p:nvSpPr>
          <p:cNvPr id="255" name="Google Shape;255;p30"/>
          <p:cNvSpPr txBox="1"/>
          <p:nvPr/>
        </p:nvSpPr>
        <p:spPr>
          <a:xfrm>
            <a:off x="16494933" y="3446933"/>
            <a:ext cx="5077600" cy="1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b="1">
                <a:solidFill>
                  <a:schemeClr val="tx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3 – Very confident</a:t>
            </a:r>
            <a:endParaRPr b="1">
              <a:solidFill>
                <a:schemeClr val="tx1"/>
              </a:solidFill>
              <a:latin typeface="Arial" panose="020B0604020202020204" pitchFamily="34" charset="0"/>
              <a:ea typeface="Quicksand"/>
              <a:cs typeface="Arial" panose="020B0604020202020204" pitchFamily="34" charset="0"/>
              <a:sym typeface="Quicksand"/>
            </a:endParaRPr>
          </a:p>
        </p:txBody>
      </p:sp>
      <p:sp>
        <p:nvSpPr>
          <p:cNvPr id="256" name="Google Shape;256;p30"/>
          <p:cNvSpPr txBox="1"/>
          <p:nvPr/>
        </p:nvSpPr>
        <p:spPr>
          <a:xfrm>
            <a:off x="16494933" y="9104933"/>
            <a:ext cx="5284000" cy="1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b="1">
                <a:solidFill>
                  <a:schemeClr val="tx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1 – Not confident</a:t>
            </a:r>
            <a:endParaRPr b="1">
              <a:solidFill>
                <a:schemeClr val="tx1"/>
              </a:solidFill>
              <a:latin typeface="Arial" panose="020B0604020202020204" pitchFamily="34" charset="0"/>
              <a:ea typeface="Quicksand"/>
              <a:cs typeface="Arial" panose="020B0604020202020204" pitchFamily="34" charset="0"/>
              <a:sym typeface="Quicksand"/>
            </a:endParaRPr>
          </a:p>
        </p:txBody>
      </p:sp>
      <p:pic>
        <p:nvPicPr>
          <p:cNvPr id="257" name="Google Shape;25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15265" y="3017788"/>
            <a:ext cx="1295400" cy="21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21284799" y="5846823"/>
            <a:ext cx="1295400" cy="212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1420332" y="8675823"/>
            <a:ext cx="1295400" cy="2124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0"/>
          <p:cNvSpPr txBox="1"/>
          <p:nvPr/>
        </p:nvSpPr>
        <p:spPr>
          <a:xfrm>
            <a:off x="16494933" y="6260133"/>
            <a:ext cx="3861600" cy="1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b="1">
                <a:solidFill>
                  <a:schemeClr val="tx1"/>
                </a:solidFill>
                <a:latin typeface="Arial" panose="020B0604020202020204" pitchFamily="34" charset="0"/>
                <a:ea typeface="Quicksand"/>
                <a:cs typeface="Arial" panose="020B0604020202020204" pitchFamily="34" charset="0"/>
                <a:sym typeface="Quicksand"/>
              </a:rPr>
              <a:t>2 – Unsure </a:t>
            </a:r>
            <a:endParaRPr b="1">
              <a:solidFill>
                <a:schemeClr val="tx1"/>
              </a:solidFill>
              <a:latin typeface="Arial" panose="020B0604020202020204" pitchFamily="34" charset="0"/>
              <a:ea typeface="Quicksand"/>
              <a:cs typeface="Arial" panose="020B0604020202020204" pitchFamily="34" charset="0"/>
              <a:sym typeface="Quicksa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112"/>
          <p:cNvSpPr txBox="1">
            <a:spLocks noGrp="1"/>
          </p:cNvSpPr>
          <p:nvPr>
            <p:ph type="title"/>
          </p:nvPr>
        </p:nvSpPr>
        <p:spPr>
          <a:xfrm>
            <a:off x="864000" y="406465"/>
            <a:ext cx="19027200" cy="820674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GB"/>
              <a:t>Update and trace the value of a variable</a:t>
            </a:r>
            <a:endParaRPr/>
          </a:p>
        </p:txBody>
      </p:sp>
      <p:sp>
        <p:nvSpPr>
          <p:cNvPr id="1287" name="Google Shape;1287;p112"/>
          <p:cNvSpPr txBox="1">
            <a:spLocks noGrp="1"/>
          </p:cNvSpPr>
          <p:nvPr>
            <p:ph type="body" idx="1"/>
          </p:nvPr>
        </p:nvSpPr>
        <p:spPr>
          <a:xfrm>
            <a:off x="864000" y="1492941"/>
            <a:ext cx="21967200" cy="921944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>
              <a:buNone/>
            </a:pPr>
            <a:r>
              <a:rPr lang="en-GB" sz="4800" dirty="0"/>
              <a:t>As </a:t>
            </a:r>
            <a:r>
              <a:rPr lang="en-GB" sz="4800" b="1" dirty="0"/>
              <a:t>variables </a:t>
            </a:r>
            <a:r>
              <a:rPr lang="en-GB" sz="4800" dirty="0"/>
              <a:t>can change during a program, it is useful for a programmer to </a:t>
            </a:r>
            <a:r>
              <a:rPr lang="en-GB" sz="4800" b="1" dirty="0"/>
              <a:t>trace</a:t>
            </a:r>
            <a:r>
              <a:rPr lang="en-GB" sz="4800" dirty="0"/>
              <a:t> the </a:t>
            </a:r>
            <a:r>
              <a:rPr lang="en-GB" sz="4800" b="1" dirty="0"/>
              <a:t>value</a:t>
            </a:r>
            <a:r>
              <a:rPr lang="en-GB" sz="4800" dirty="0"/>
              <a:t> of the </a:t>
            </a:r>
            <a:r>
              <a:rPr lang="en-GB" sz="4800" b="1" dirty="0"/>
              <a:t>variable</a:t>
            </a:r>
            <a:r>
              <a:rPr lang="en-GB" sz="4800" dirty="0"/>
              <a:t>.</a:t>
            </a:r>
            <a:endParaRPr sz="4800" dirty="0"/>
          </a:p>
          <a:p>
            <a:pPr marL="0" indent="0">
              <a:spcBef>
                <a:spcPts val="2667"/>
              </a:spcBef>
              <a:buNone/>
            </a:pPr>
            <a:endParaRPr sz="4800" dirty="0"/>
          </a:p>
          <a:p>
            <a:pPr marL="0" indent="0">
              <a:spcBef>
                <a:spcPts val="2667"/>
              </a:spcBef>
              <a:spcAft>
                <a:spcPts val="2667"/>
              </a:spcAft>
              <a:buNone/>
            </a:pPr>
            <a:r>
              <a:rPr lang="en-GB" sz="4800" dirty="0"/>
              <a:t>This means the programmer will know exactly what the </a:t>
            </a:r>
            <a:r>
              <a:rPr lang="en-GB" sz="4800" b="1" dirty="0"/>
              <a:t>value</a:t>
            </a:r>
            <a:r>
              <a:rPr lang="en-GB" sz="4800" dirty="0"/>
              <a:t> of the </a:t>
            </a:r>
            <a:r>
              <a:rPr lang="en-GB" sz="4800" b="1" dirty="0"/>
              <a:t>variable</a:t>
            </a:r>
            <a:r>
              <a:rPr lang="en-GB" sz="4800" dirty="0"/>
              <a:t> will be at each stage. </a:t>
            </a:r>
          </a:p>
          <a:p>
            <a:pPr marL="0" indent="0">
              <a:spcBef>
                <a:spcPts val="2667"/>
              </a:spcBef>
              <a:spcAft>
                <a:spcPts val="2667"/>
              </a:spcAft>
              <a:buNone/>
            </a:pPr>
            <a:endParaRPr lang="en-GB" sz="4800" dirty="0"/>
          </a:p>
          <a:p>
            <a:pPr marL="0" indent="0">
              <a:spcBef>
                <a:spcPts val="2667"/>
              </a:spcBef>
              <a:spcAft>
                <a:spcPts val="2667"/>
              </a:spcAft>
              <a:buNone/>
            </a:pPr>
            <a:r>
              <a:rPr lang="en-GB" sz="4800" dirty="0"/>
              <a:t>Unexpected program behaviour or output might require us to </a:t>
            </a:r>
            <a:r>
              <a:rPr lang="en-GB" sz="4800" b="1" dirty="0"/>
              <a:t>debug</a:t>
            </a:r>
            <a:r>
              <a:rPr lang="en-GB" sz="4800" dirty="0"/>
              <a:t>, tracing is a useful skill to debug.</a:t>
            </a:r>
            <a:endParaRPr sz="4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110"/>
          <p:cNvSpPr txBox="1">
            <a:spLocks noGrp="1"/>
          </p:cNvSpPr>
          <p:nvPr>
            <p:ph type="title"/>
          </p:nvPr>
        </p:nvSpPr>
        <p:spPr>
          <a:xfrm>
            <a:off x="864000" y="406465"/>
            <a:ext cx="19027200" cy="820674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GB" dirty="0"/>
              <a:t>Update and trace the value of a variable</a:t>
            </a:r>
            <a:endParaRPr dirty="0"/>
          </a:p>
        </p:txBody>
      </p:sp>
      <p:sp>
        <p:nvSpPr>
          <p:cNvPr id="1269" name="Google Shape;1269;p110"/>
          <p:cNvSpPr txBox="1">
            <a:spLocks noGrp="1"/>
          </p:cNvSpPr>
          <p:nvPr>
            <p:ph type="body" idx="1"/>
          </p:nvPr>
        </p:nvSpPr>
        <p:spPr>
          <a:xfrm>
            <a:off x="864000" y="2160001"/>
            <a:ext cx="22511200" cy="5286062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>
              <a:buNone/>
            </a:pPr>
            <a:endParaRPr lang="en-GB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Big Ed has just arrived on a new planet and he’s measuring the temperature of his new environment.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667"/>
              </a:spcBef>
              <a:buNone/>
            </a:pP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667"/>
              </a:spcBef>
              <a:spcAft>
                <a:spcPts val="2667"/>
              </a:spcAft>
              <a:buNone/>
            </a:pP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Is the temperature likely to change?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70" name="Google Shape;1270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90403" y="4318009"/>
            <a:ext cx="6684000" cy="6904936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110"/>
          <p:cNvSpPr txBox="1"/>
          <p:nvPr/>
        </p:nvSpPr>
        <p:spPr>
          <a:xfrm>
            <a:off x="708067" y="8731867"/>
            <a:ext cx="13578400" cy="18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>
                <a:solidFill>
                  <a:schemeClr val="dk1"/>
                </a:solidFill>
                <a:latin typeface="Arial" panose="020B0604020202020204" pitchFamily="34" charset="0"/>
                <a:ea typeface="Kalam"/>
                <a:cs typeface="Arial" panose="020B0604020202020204" pitchFamily="34" charset="0"/>
                <a:sym typeface="Kalam"/>
              </a:rPr>
              <a:t>Yes, the temperature will change, so the </a:t>
            </a:r>
            <a:r>
              <a:rPr lang="en-GB" b="1">
                <a:solidFill>
                  <a:schemeClr val="dk1"/>
                </a:solidFill>
                <a:latin typeface="Arial" panose="020B0604020202020204" pitchFamily="34" charset="0"/>
                <a:ea typeface="Kalam"/>
                <a:cs typeface="Arial" panose="020B0604020202020204" pitchFamily="34" charset="0"/>
                <a:sym typeface="Kalam"/>
              </a:rPr>
              <a:t>variable</a:t>
            </a:r>
            <a:r>
              <a:rPr lang="en-GB">
                <a:solidFill>
                  <a:schemeClr val="dk1"/>
                </a:solidFill>
                <a:latin typeface="Arial" panose="020B0604020202020204" pitchFamily="34" charset="0"/>
                <a:ea typeface="Kalam"/>
                <a:cs typeface="Arial" panose="020B0604020202020204" pitchFamily="34" charset="0"/>
                <a:sym typeface="Kalam"/>
              </a:rPr>
              <a:t> that holds the temperature will need to be updated.</a:t>
            </a:r>
            <a:endParaRPr>
              <a:solidFill>
                <a:schemeClr val="dk1"/>
              </a:solidFill>
              <a:latin typeface="Arial" panose="020B0604020202020204" pitchFamily="34" charset="0"/>
              <a:ea typeface="Kalam"/>
              <a:cs typeface="Arial" panose="020B0604020202020204" pitchFamily="34" charset="0"/>
              <a:sym typeface="Kalam"/>
            </a:endParaRPr>
          </a:p>
        </p:txBody>
      </p:sp>
      <p:sp>
        <p:nvSpPr>
          <p:cNvPr id="2" name="Google Shape;207;p28">
            <a:extLst>
              <a:ext uri="{FF2B5EF4-FFF2-40B4-BE49-F238E27FC236}">
                <a16:creationId xmlns:a16="http://schemas.microsoft.com/office/drawing/2014/main" id="{19607030-0479-EB5C-C8D9-E5C625EAB9E9}"/>
              </a:ext>
            </a:extLst>
          </p:cNvPr>
          <p:cNvSpPr txBox="1">
            <a:spLocks/>
          </p:cNvSpPr>
          <p:nvPr/>
        </p:nvSpPr>
        <p:spPr>
          <a:xfrm>
            <a:off x="829067" y="1376393"/>
            <a:ext cx="19027200" cy="820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spcFirstLastPara="1" wrap="square" lIns="243800" tIns="243800" rIns="243800" bIns="243800" anchor="ctr" anchorCtr="0">
            <a:noAutofit/>
          </a:bodyPr>
          <a:lstStyle>
            <a:lvl1pPr marL="0" marR="0" lvl="0" indent="0" algn="l" defTabSz="2438338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tabLst/>
              <a:defRPr sz="5333" b="1" i="0" u="none" strike="noStrike" cap="none" spc="-170" baseline="0">
                <a:solidFill>
                  <a:schemeClr val="lt1"/>
                </a:solidFill>
                <a:uFillTx/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lvl="2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lvl="3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lvl="4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lvl="5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lvl="6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lvl="7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lvl="8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GB" sz="8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Worksheet Q3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111"/>
          <p:cNvSpPr txBox="1">
            <a:spLocks noGrp="1"/>
          </p:cNvSpPr>
          <p:nvPr>
            <p:ph type="title"/>
          </p:nvPr>
        </p:nvSpPr>
        <p:spPr>
          <a:xfrm>
            <a:off x="864000" y="406465"/>
            <a:ext cx="19027200" cy="820674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GB"/>
              <a:t>Update and trace the value of a variable</a:t>
            </a:r>
            <a:endParaRPr/>
          </a:p>
        </p:txBody>
      </p:sp>
      <p:sp>
        <p:nvSpPr>
          <p:cNvPr id="1278" name="Google Shape;1278;p111"/>
          <p:cNvSpPr txBox="1">
            <a:spLocks noGrp="1"/>
          </p:cNvSpPr>
          <p:nvPr>
            <p:ph type="body" idx="1"/>
          </p:nvPr>
        </p:nvSpPr>
        <p:spPr>
          <a:xfrm>
            <a:off x="864000" y="2160000"/>
            <a:ext cx="22511200" cy="8023735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>
              <a:buNone/>
            </a:pP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can be updated in Scratch by using two different blocks.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667"/>
              </a:spcBef>
              <a:buNone/>
            </a:pP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667"/>
              </a:spcBef>
              <a:buNone/>
            </a:pP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You can update the </a:t>
            </a: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variable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holds by using the set block.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667"/>
              </a:spcBef>
              <a:buNone/>
            </a:pP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667"/>
              </a:spcBef>
              <a:buNone/>
            </a:pP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667"/>
              </a:spcBef>
              <a:spcAft>
                <a:spcPts val="2667"/>
              </a:spcAft>
              <a:buNone/>
            </a:pP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You can also use the change by block. This block will change the temperature </a:t>
            </a: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that is stored.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79" name="Google Shape;1279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6135" y="10634400"/>
            <a:ext cx="7185603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0133" y="6371200"/>
            <a:ext cx="6537600" cy="14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113"/>
          <p:cNvSpPr txBox="1">
            <a:spLocks noGrp="1"/>
          </p:cNvSpPr>
          <p:nvPr>
            <p:ph type="title"/>
          </p:nvPr>
        </p:nvSpPr>
        <p:spPr>
          <a:xfrm>
            <a:off x="864000" y="406465"/>
            <a:ext cx="21027200" cy="820674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GB"/>
              <a:t>Update and trace the value of a variable</a:t>
            </a:r>
            <a:endParaRPr/>
          </a:p>
        </p:txBody>
      </p:sp>
      <p:sp>
        <p:nvSpPr>
          <p:cNvPr id="1293" name="Google Shape;1293;p113"/>
          <p:cNvSpPr txBox="1">
            <a:spLocks noGrp="1"/>
          </p:cNvSpPr>
          <p:nvPr>
            <p:ph type="body" idx="1"/>
          </p:nvPr>
        </p:nvSpPr>
        <p:spPr>
          <a:xfrm>
            <a:off x="864000" y="1956802"/>
            <a:ext cx="21967200" cy="3240887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>
              <a:buNone/>
            </a:pP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Trace 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of temperature, what </a:t>
            </a: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does temperature hold at the end of this code block?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2667"/>
              </a:spcBef>
              <a:spcAft>
                <a:spcPts val="2667"/>
              </a:spcAft>
              <a:buNone/>
            </a:pP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94" name="Google Shape;1294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159" y="7371077"/>
            <a:ext cx="7185603" cy="14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5" name="Google Shape;1295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8467" y="6188733"/>
            <a:ext cx="6537600" cy="144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6" name="Google Shape;1296;p113"/>
          <p:cNvGrpSpPr/>
          <p:nvPr/>
        </p:nvGrpSpPr>
        <p:grpSpPr>
          <a:xfrm>
            <a:off x="11350843" y="5211301"/>
            <a:ext cx="1219200" cy="1219200"/>
            <a:chOff x="1020916" y="1442088"/>
            <a:chExt cx="457200" cy="457200"/>
          </a:xfrm>
        </p:grpSpPr>
        <p:pic>
          <p:nvPicPr>
            <p:cNvPr id="1297" name="Google Shape;1297;p1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8" name="Google Shape;1298;p11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-GB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9" name="Google Shape;1299;p113"/>
          <p:cNvGrpSpPr/>
          <p:nvPr/>
        </p:nvGrpSpPr>
        <p:grpSpPr>
          <a:xfrm>
            <a:off x="11350843" y="7260299"/>
            <a:ext cx="1219200" cy="1219200"/>
            <a:chOff x="1020916" y="1442088"/>
            <a:chExt cx="457200" cy="457200"/>
          </a:xfrm>
        </p:grpSpPr>
        <p:pic>
          <p:nvPicPr>
            <p:cNvPr id="1300" name="Google Shape;1300;p1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11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-GB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113"/>
          <p:cNvGrpSpPr/>
          <p:nvPr/>
        </p:nvGrpSpPr>
        <p:grpSpPr>
          <a:xfrm>
            <a:off x="11350843" y="9630768"/>
            <a:ext cx="1219200" cy="1219200"/>
            <a:chOff x="1020916" y="1442088"/>
            <a:chExt cx="457200" cy="457200"/>
          </a:xfrm>
        </p:grpSpPr>
        <p:pic>
          <p:nvPicPr>
            <p:cNvPr id="1303" name="Google Shape;1303;p1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11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>
                <a:spcBef>
                  <a:spcPts val="0"/>
                </a:spcBef>
              </a:pPr>
              <a:r>
                <a:rPr lang="en-GB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305" name="Google Shape;1305;p1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110888" y="9520800"/>
            <a:ext cx="1056000" cy="11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6" name="Google Shape;1306;p113"/>
          <p:cNvSpPr txBox="1"/>
          <p:nvPr/>
        </p:nvSpPr>
        <p:spPr>
          <a:xfrm>
            <a:off x="13302000" y="4990533"/>
            <a:ext cx="14624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>
                <a:solidFill>
                  <a:schemeClr val="dk1"/>
                </a:solidFill>
                <a:latin typeface="Arial" panose="020B0604020202020204" pitchFamily="34" charset="0"/>
                <a:ea typeface="Lexend"/>
                <a:cs typeface="Arial" panose="020B0604020202020204" pitchFamily="34" charset="0"/>
                <a:sym typeface="Lexend"/>
              </a:rPr>
              <a:t>5</a:t>
            </a:r>
            <a:endParaRPr>
              <a:solidFill>
                <a:schemeClr val="dk1"/>
              </a:solidFill>
              <a:latin typeface="Arial" panose="020B0604020202020204" pitchFamily="34" charset="0"/>
              <a:ea typeface="Lexend"/>
              <a:cs typeface="Arial" panose="020B0604020202020204" pitchFamily="34" charset="0"/>
              <a:sym typeface="Lexend"/>
            </a:endParaRPr>
          </a:p>
        </p:txBody>
      </p:sp>
      <p:sp>
        <p:nvSpPr>
          <p:cNvPr id="1307" name="Google Shape;1307;p113"/>
          <p:cNvSpPr txBox="1"/>
          <p:nvPr/>
        </p:nvSpPr>
        <p:spPr>
          <a:xfrm>
            <a:off x="13302000" y="7039467"/>
            <a:ext cx="14624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>
                <a:solidFill>
                  <a:schemeClr val="dk1"/>
                </a:solidFill>
                <a:latin typeface="Arial" panose="020B0604020202020204" pitchFamily="34" charset="0"/>
                <a:ea typeface="Lexend"/>
                <a:cs typeface="Arial" panose="020B0604020202020204" pitchFamily="34" charset="0"/>
                <a:sym typeface="Lexend"/>
              </a:rPr>
              <a:t>3</a:t>
            </a:r>
            <a:endParaRPr>
              <a:solidFill>
                <a:schemeClr val="dk1"/>
              </a:solidFill>
              <a:latin typeface="Arial" panose="020B0604020202020204" pitchFamily="34" charset="0"/>
              <a:ea typeface="Lexend"/>
              <a:cs typeface="Arial" panose="020B0604020202020204" pitchFamily="34" charset="0"/>
              <a:sym typeface="Lexend"/>
            </a:endParaRPr>
          </a:p>
        </p:txBody>
      </p:sp>
      <p:sp>
        <p:nvSpPr>
          <p:cNvPr id="1308" name="Google Shape;1308;p113"/>
          <p:cNvSpPr txBox="1"/>
          <p:nvPr/>
        </p:nvSpPr>
        <p:spPr>
          <a:xfrm>
            <a:off x="13302000" y="9460933"/>
            <a:ext cx="1462400" cy="14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>
                <a:solidFill>
                  <a:schemeClr val="dk1"/>
                </a:solidFill>
                <a:latin typeface="Arial" panose="020B0604020202020204" pitchFamily="34" charset="0"/>
                <a:ea typeface="Lexend"/>
                <a:cs typeface="Arial" panose="020B0604020202020204" pitchFamily="34" charset="0"/>
                <a:sym typeface="Lexend"/>
              </a:rPr>
              <a:t>7</a:t>
            </a:r>
            <a:endParaRPr>
              <a:solidFill>
                <a:schemeClr val="dk1"/>
              </a:solidFill>
              <a:latin typeface="Arial" panose="020B0604020202020204" pitchFamily="34" charset="0"/>
              <a:ea typeface="Lexend"/>
              <a:cs typeface="Arial" panose="020B0604020202020204" pitchFamily="34" charset="0"/>
              <a:sym typeface="Lexend"/>
            </a:endParaRPr>
          </a:p>
        </p:txBody>
      </p:sp>
      <p:sp>
        <p:nvSpPr>
          <p:cNvPr id="1309" name="Google Shape;1309;p113"/>
          <p:cNvSpPr txBox="1"/>
          <p:nvPr/>
        </p:nvSpPr>
        <p:spPr>
          <a:xfrm>
            <a:off x="17798533" y="5013267"/>
            <a:ext cx="5721600" cy="45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3800" tIns="243800" rIns="243800" bIns="24380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dirty="0">
                <a:solidFill>
                  <a:schemeClr val="dk1"/>
                </a:solidFill>
                <a:latin typeface="Arial" panose="020B0604020202020204" pitchFamily="34" charset="0"/>
                <a:ea typeface="Kalam"/>
                <a:cs typeface="Arial" panose="020B0604020202020204" pitchFamily="34" charset="0"/>
                <a:sym typeface="Kalam"/>
              </a:rPr>
              <a:t>temperature starts at 5 and is then changed by 2, so becomes 7.</a:t>
            </a:r>
            <a:endParaRPr dirty="0">
              <a:solidFill>
                <a:schemeClr val="dk1"/>
              </a:solidFill>
              <a:latin typeface="Arial" panose="020B0604020202020204" pitchFamily="34" charset="0"/>
              <a:ea typeface="Kalam"/>
              <a:cs typeface="Arial" panose="020B0604020202020204" pitchFamily="34" charset="0"/>
              <a:sym typeface="Kala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114"/>
          <p:cNvSpPr txBox="1">
            <a:spLocks noGrp="1"/>
          </p:cNvSpPr>
          <p:nvPr>
            <p:ph type="title"/>
          </p:nvPr>
        </p:nvSpPr>
        <p:spPr>
          <a:xfrm>
            <a:off x="3864800" y="391135"/>
            <a:ext cx="15310400" cy="84946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/>
              <a:t>Update and trace the value of a variable</a:t>
            </a:r>
            <a:endParaRPr/>
          </a:p>
        </p:txBody>
      </p:sp>
      <p:sp>
        <p:nvSpPr>
          <p:cNvPr id="1316" name="Google Shape;1316;p114"/>
          <p:cNvSpPr txBox="1">
            <a:spLocks noGrp="1"/>
          </p:cNvSpPr>
          <p:nvPr>
            <p:ph type="body" idx="1"/>
          </p:nvPr>
        </p:nvSpPr>
        <p:spPr>
          <a:xfrm>
            <a:off x="864000" y="2160000"/>
            <a:ext cx="21967200" cy="84946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237069" indent="0">
              <a:buNone/>
            </a:pP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The following code was added to the Big Ed Scratch program: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17" name="Google Shape;1317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235" y="3276467"/>
            <a:ext cx="5094704" cy="8786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115"/>
          <p:cNvSpPr txBox="1">
            <a:spLocks noGrp="1"/>
          </p:cNvSpPr>
          <p:nvPr>
            <p:ph type="title"/>
          </p:nvPr>
        </p:nvSpPr>
        <p:spPr>
          <a:xfrm>
            <a:off x="3864800" y="391135"/>
            <a:ext cx="15310400" cy="84946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/>
              <a:t>Update and trace the value of a variable</a:t>
            </a:r>
            <a:endParaRPr/>
          </a:p>
        </p:txBody>
      </p:sp>
      <p:sp>
        <p:nvSpPr>
          <p:cNvPr id="1324" name="Google Shape;1324;p115"/>
          <p:cNvSpPr txBox="1">
            <a:spLocks noGrp="1"/>
          </p:cNvSpPr>
          <p:nvPr>
            <p:ph type="body" idx="1"/>
          </p:nvPr>
        </p:nvSpPr>
        <p:spPr>
          <a:xfrm>
            <a:off x="864000" y="2160001"/>
            <a:ext cx="21967200" cy="84946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304804" indent="0">
              <a:buSzPts val="1800"/>
              <a:buNone/>
            </a:pP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Trace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value 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of temperature at each stage.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25" name="Google Shape;1325;p115"/>
          <p:cNvGraphicFramePr/>
          <p:nvPr/>
        </p:nvGraphicFramePr>
        <p:xfrm>
          <a:off x="1029600" y="3374468"/>
          <a:ext cx="21318801" cy="87200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43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95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9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424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4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stage</a:t>
                      </a:r>
                      <a:endParaRPr sz="4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4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code</a:t>
                      </a:r>
                      <a:endParaRPr sz="4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48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value</a:t>
                      </a:r>
                      <a:r>
                        <a:rPr lang="en-GB" sz="4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of temperature</a:t>
                      </a:r>
                      <a:endParaRPr sz="4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8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5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8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5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80808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326" name="Google Shape;1326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4800" y="4820601"/>
            <a:ext cx="6222160" cy="329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7" name="Google Shape;1327;p1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8000" y="8640297"/>
            <a:ext cx="3978555" cy="32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8" name="Google Shape;1328;p115"/>
          <p:cNvSpPr/>
          <p:nvPr/>
        </p:nvSpPr>
        <p:spPr>
          <a:xfrm>
            <a:off x="3846067" y="10680267"/>
            <a:ext cx="4492800" cy="1252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 algn="ctr">
              <a:spcBef>
                <a:spcPts val="0"/>
              </a:spcBef>
            </a:pPr>
            <a:endParaRPr sz="12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116"/>
          <p:cNvSpPr txBox="1">
            <a:spLocks noGrp="1"/>
          </p:cNvSpPr>
          <p:nvPr>
            <p:ph type="title"/>
          </p:nvPr>
        </p:nvSpPr>
        <p:spPr>
          <a:xfrm>
            <a:off x="3864800" y="391135"/>
            <a:ext cx="15310400" cy="84946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/>
              <a:t>Update and trace the value of a variable</a:t>
            </a:r>
            <a:endParaRPr/>
          </a:p>
        </p:txBody>
      </p:sp>
      <p:sp>
        <p:nvSpPr>
          <p:cNvPr id="1335" name="Google Shape;1335;p116"/>
          <p:cNvSpPr txBox="1">
            <a:spLocks noGrp="1"/>
          </p:cNvSpPr>
          <p:nvPr>
            <p:ph type="body" idx="1"/>
          </p:nvPr>
        </p:nvSpPr>
        <p:spPr>
          <a:xfrm>
            <a:off x="864000" y="2160001"/>
            <a:ext cx="21967200" cy="84946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304804" indent="0">
              <a:buSzPts val="1800"/>
              <a:buNone/>
            </a:pP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Trace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of temperature at each stage.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36" name="Google Shape;1336;p116"/>
          <p:cNvGraphicFramePr/>
          <p:nvPr/>
        </p:nvGraphicFramePr>
        <p:xfrm>
          <a:off x="1029600" y="3374468"/>
          <a:ext cx="21318801" cy="82324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43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95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9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424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4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stage</a:t>
                      </a:r>
                      <a:endParaRPr sz="4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4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code</a:t>
                      </a:r>
                      <a:endParaRPr sz="4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48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value</a:t>
                      </a:r>
                      <a:r>
                        <a:rPr lang="en-GB" sz="4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of temperature</a:t>
                      </a:r>
                      <a:endParaRPr sz="4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0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5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37" name="Google Shape;1337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9804" y="4879868"/>
            <a:ext cx="5608600" cy="6324733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116"/>
          <p:cNvSpPr/>
          <p:nvPr/>
        </p:nvSpPr>
        <p:spPr>
          <a:xfrm>
            <a:off x="4066867" y="9272800"/>
            <a:ext cx="6364800" cy="2124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 algn="ctr">
              <a:spcBef>
                <a:spcPts val="0"/>
              </a:spcBef>
            </a:pPr>
            <a:endParaRPr sz="1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116"/>
          <p:cNvSpPr txBox="1"/>
          <p:nvPr/>
        </p:nvSpPr>
        <p:spPr>
          <a:xfrm>
            <a:off x="864000" y="12662400"/>
            <a:ext cx="21910400" cy="666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667"/>
              </a:spcAft>
            </a:pPr>
            <a:r>
              <a:rPr lang="en-GB" sz="1600">
                <a:solidFill>
                  <a:srgbClr val="808080"/>
                </a:solidFill>
                <a:latin typeface="Lexend"/>
                <a:ea typeface="Lexend"/>
                <a:cs typeface="Lexend"/>
                <a:sym typeface="Lexend"/>
              </a:rPr>
              <a:t>Image: Scratch Foundation under CC BY-SA 2.0</a:t>
            </a:r>
            <a:endParaRPr sz="1600">
              <a:solidFill>
                <a:srgbClr val="80808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117"/>
          <p:cNvSpPr txBox="1">
            <a:spLocks noGrp="1"/>
          </p:cNvSpPr>
          <p:nvPr>
            <p:ph type="title"/>
          </p:nvPr>
        </p:nvSpPr>
        <p:spPr>
          <a:xfrm>
            <a:off x="3864800" y="391135"/>
            <a:ext cx="15310400" cy="84946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/>
              <a:t>Update and trace the value of a variable</a:t>
            </a:r>
            <a:endParaRPr/>
          </a:p>
        </p:txBody>
      </p:sp>
      <p:sp>
        <p:nvSpPr>
          <p:cNvPr id="1345" name="Google Shape;1345;p117"/>
          <p:cNvSpPr txBox="1">
            <a:spLocks noGrp="1"/>
          </p:cNvSpPr>
          <p:nvPr>
            <p:ph type="body" idx="1"/>
          </p:nvPr>
        </p:nvSpPr>
        <p:spPr>
          <a:xfrm>
            <a:off x="864000" y="2160001"/>
            <a:ext cx="21967200" cy="84946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304804" indent="0">
              <a:buSzPts val="1800"/>
              <a:buNone/>
            </a:pP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Trace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of temperature at each stage.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46" name="Google Shape;1346;p117"/>
          <p:cNvGraphicFramePr/>
          <p:nvPr/>
        </p:nvGraphicFramePr>
        <p:xfrm>
          <a:off x="1029600" y="3374468"/>
          <a:ext cx="21318801" cy="90452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43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95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9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424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4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stage</a:t>
                      </a:r>
                      <a:endParaRPr sz="4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4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code</a:t>
                      </a:r>
                      <a:endParaRPr sz="4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48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value</a:t>
                      </a:r>
                      <a:r>
                        <a:rPr lang="en-GB" sz="4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of temperature</a:t>
                      </a:r>
                      <a:endParaRPr sz="4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5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47" name="Google Shape;1347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4800" y="4987467"/>
            <a:ext cx="5122597" cy="73056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17"/>
          <p:cNvSpPr/>
          <p:nvPr/>
        </p:nvSpPr>
        <p:spPr>
          <a:xfrm>
            <a:off x="3846067" y="10680267"/>
            <a:ext cx="5564800" cy="1612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 algn="ctr">
              <a:spcBef>
                <a:spcPts val="0"/>
              </a:spcBef>
            </a:pPr>
            <a:endParaRPr sz="12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118"/>
          <p:cNvSpPr txBox="1">
            <a:spLocks noGrp="1"/>
          </p:cNvSpPr>
          <p:nvPr>
            <p:ph type="title"/>
          </p:nvPr>
        </p:nvSpPr>
        <p:spPr>
          <a:xfrm>
            <a:off x="3864800" y="391135"/>
            <a:ext cx="15310400" cy="84946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/>
              <a:t>Update and trace the value of a variable</a:t>
            </a:r>
            <a:endParaRPr/>
          </a:p>
        </p:txBody>
      </p:sp>
      <p:sp>
        <p:nvSpPr>
          <p:cNvPr id="1355" name="Google Shape;1355;p118"/>
          <p:cNvSpPr txBox="1">
            <a:spLocks noGrp="1"/>
          </p:cNvSpPr>
          <p:nvPr>
            <p:ph type="body" idx="1"/>
          </p:nvPr>
        </p:nvSpPr>
        <p:spPr>
          <a:xfrm>
            <a:off x="864000" y="2160001"/>
            <a:ext cx="21967200" cy="84946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304804" indent="0">
              <a:buSzPts val="1800"/>
              <a:buNone/>
            </a:pP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Trace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of temperature at each stage.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56" name="Google Shape;1356;p118"/>
          <p:cNvGraphicFramePr/>
          <p:nvPr/>
        </p:nvGraphicFramePr>
        <p:xfrm>
          <a:off x="1029600" y="3374468"/>
          <a:ext cx="21318801" cy="90452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43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95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9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424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4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stage</a:t>
                      </a:r>
                      <a:endParaRPr sz="4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4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code</a:t>
                      </a:r>
                      <a:endParaRPr sz="4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48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value</a:t>
                      </a:r>
                      <a:r>
                        <a:rPr lang="en-GB" sz="4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of temperature</a:t>
                      </a:r>
                      <a:endParaRPr sz="4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02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5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3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357" name="Google Shape;1357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4800" y="4861333"/>
            <a:ext cx="4248869" cy="7327664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p118"/>
          <p:cNvSpPr/>
          <p:nvPr/>
        </p:nvSpPr>
        <p:spPr>
          <a:xfrm>
            <a:off x="3846067" y="10739595"/>
            <a:ext cx="4668000" cy="15088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43800" tIns="243800" rIns="243800" bIns="243800" anchor="ctr" anchorCtr="0">
            <a:noAutofit/>
          </a:bodyPr>
          <a:lstStyle/>
          <a:p>
            <a:pPr algn="ctr">
              <a:spcBef>
                <a:spcPts val="0"/>
              </a:spcBef>
            </a:pPr>
            <a:endParaRPr sz="12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119"/>
          <p:cNvSpPr txBox="1">
            <a:spLocks noGrp="1"/>
          </p:cNvSpPr>
          <p:nvPr>
            <p:ph type="title"/>
          </p:nvPr>
        </p:nvSpPr>
        <p:spPr>
          <a:xfrm>
            <a:off x="3864800" y="391135"/>
            <a:ext cx="15310400" cy="84946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GB"/>
              <a:t>Update and trace the value of a variable</a:t>
            </a:r>
            <a:endParaRPr/>
          </a:p>
        </p:txBody>
      </p:sp>
      <p:sp>
        <p:nvSpPr>
          <p:cNvPr id="1365" name="Google Shape;1365;p119"/>
          <p:cNvSpPr txBox="1">
            <a:spLocks noGrp="1"/>
          </p:cNvSpPr>
          <p:nvPr>
            <p:ph type="body" idx="1"/>
          </p:nvPr>
        </p:nvSpPr>
        <p:spPr>
          <a:xfrm>
            <a:off x="864000" y="2160001"/>
            <a:ext cx="21967200" cy="849463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304804" indent="0">
              <a:buSzPts val="1800"/>
              <a:buNone/>
            </a:pP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Trace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of temperature at each stage.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66" name="Google Shape;1366;p119"/>
          <p:cNvGraphicFramePr/>
          <p:nvPr/>
        </p:nvGraphicFramePr>
        <p:xfrm>
          <a:off x="12192000" y="3484801"/>
          <a:ext cx="9723334" cy="774446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43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9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424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4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stage</a:t>
                      </a:r>
                      <a:endParaRPr sz="4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48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value</a:t>
                      </a:r>
                      <a:r>
                        <a:rPr lang="en-GB" sz="4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of temperature</a:t>
                      </a:r>
                      <a:endParaRPr sz="4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0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5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53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53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0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5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53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53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0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5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53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53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00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5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53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53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00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5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5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53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5300"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243800" marR="243800" marT="243800" marB="243800">
                    <a:lnL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367" name="Google Shape;1367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2235" y="3276467"/>
            <a:ext cx="5094704" cy="8786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8B0F-CDA8-013E-6F86-921FE4A1F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EF1D30-2EF1-148E-C055-D097E6FBC8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CFFB4-769C-7F47-8E8C-0183B2C1121B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B167C6-983C-32D8-F9EE-994AF64A47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982" y="2160000"/>
            <a:ext cx="19788035" cy="11336895"/>
          </a:xfrm>
          <a:prstGeom prst="rect">
            <a:avLst/>
          </a:prstGeom>
        </p:spPr>
      </p:pic>
      <p:sp>
        <p:nvSpPr>
          <p:cNvPr id="7" name="Google Shape;207;p28">
            <a:extLst>
              <a:ext uri="{FF2B5EF4-FFF2-40B4-BE49-F238E27FC236}">
                <a16:creationId xmlns:a16="http://schemas.microsoft.com/office/drawing/2014/main" id="{FF35AEB3-9E53-73D3-E62E-CA5AC088F2AF}"/>
              </a:ext>
            </a:extLst>
          </p:cNvPr>
          <p:cNvSpPr txBox="1">
            <a:spLocks/>
          </p:cNvSpPr>
          <p:nvPr/>
        </p:nvSpPr>
        <p:spPr>
          <a:xfrm>
            <a:off x="864000" y="879624"/>
            <a:ext cx="19027200" cy="820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spcFirstLastPara="1" wrap="square" lIns="243800" tIns="243800" rIns="243800" bIns="243800" anchor="ctr" anchorCtr="0">
            <a:noAutofit/>
          </a:bodyPr>
          <a:lstStyle>
            <a:lvl1pPr marL="0" marR="0" lvl="0" indent="0" algn="l" defTabSz="2438338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tabLst/>
              <a:defRPr sz="5333" b="1" i="0" u="none" strike="noStrike" cap="none" spc="-170" baseline="0">
                <a:solidFill>
                  <a:schemeClr val="lt1"/>
                </a:solidFill>
                <a:uFillTx/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lvl="2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lvl="3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lvl="4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lvl="5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lvl="6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lvl="7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lvl="8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GB" sz="8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Worksheet Q4</a:t>
            </a:r>
          </a:p>
        </p:txBody>
      </p:sp>
    </p:spTree>
    <p:extLst>
      <p:ext uri="{BB962C8B-B14F-4D97-AF65-F5344CB8AC3E}">
        <p14:creationId xmlns:p14="http://schemas.microsoft.com/office/powerpoint/2010/main" val="31733029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4AC6-F4B9-8D84-B4C9-0510C8F3B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3454" y="350480"/>
            <a:ext cx="15310400" cy="1504258"/>
          </a:xfrm>
        </p:spPr>
        <p:txBody>
          <a:bodyPr/>
          <a:lstStyle/>
          <a:p>
            <a:r>
              <a:rPr lang="en-US" sz="85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Plickers Quiz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FCCDB-8A5C-8BDE-9B3C-2F3C99F9A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916AE6-6F0A-C7CE-5452-239AB275113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CB7EE66-026B-C26C-979A-DFCA59DDAF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6109" y="1534650"/>
            <a:ext cx="19422982" cy="111277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90528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120"/>
          <p:cNvSpPr txBox="1">
            <a:spLocks noGrp="1"/>
          </p:cNvSpPr>
          <p:nvPr>
            <p:ph type="body" idx="1"/>
          </p:nvPr>
        </p:nvSpPr>
        <p:spPr>
          <a:xfrm>
            <a:off x="1164400" y="2185952"/>
            <a:ext cx="21967200" cy="9344096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indent="0">
              <a:buNone/>
            </a:pP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variable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is a named piece of data, stored in a memory location in a computer.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variable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can be </a:t>
            </a: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initialised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with a starting </a:t>
            </a: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value, 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commonly of type integer, String or float.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If the </a:t>
            </a: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 of a variable is updated, the previous value is </a:t>
            </a: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overwritten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GB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A list can store multiple variables.</a:t>
            </a:r>
          </a:p>
          <a:p>
            <a:pPr marL="0" indent="0">
              <a:buNone/>
            </a:pPr>
            <a:endParaRPr lang="en-GB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You can </a:t>
            </a: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trace 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the value a variable holds during a program, this can help you find </a:t>
            </a:r>
            <a:r>
              <a:rPr lang="en-GB" sz="4800" b="1" dirty="0">
                <a:latin typeface="Arial" panose="020B0604020202020204" pitchFamily="34" charset="0"/>
                <a:cs typeface="Arial" panose="020B0604020202020204" pitchFamily="34" charset="0"/>
              </a:rPr>
              <a:t>bugs</a:t>
            </a:r>
            <a:r>
              <a:rPr lang="en-GB" sz="4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BC30F3-F7B9-DD95-A563-4050B97BF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Google Shape;207;p28">
            <a:extLst>
              <a:ext uri="{FF2B5EF4-FFF2-40B4-BE49-F238E27FC236}">
                <a16:creationId xmlns:a16="http://schemas.microsoft.com/office/drawing/2014/main" id="{84BB7DB2-F64E-A4E8-6EDE-5A7043E12204}"/>
              </a:ext>
            </a:extLst>
          </p:cNvPr>
          <p:cNvSpPr txBox="1">
            <a:spLocks/>
          </p:cNvSpPr>
          <p:nvPr/>
        </p:nvSpPr>
        <p:spPr>
          <a:xfrm>
            <a:off x="9768619" y="492691"/>
            <a:ext cx="19027200" cy="820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spcFirstLastPara="1" wrap="square" lIns="243800" tIns="243800" rIns="243800" bIns="243800" anchor="ctr" anchorCtr="0">
            <a:noAutofit/>
          </a:bodyPr>
          <a:lstStyle>
            <a:lvl1pPr marL="0" marR="0" lvl="0" indent="0" algn="l" defTabSz="2438338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tabLst/>
              <a:defRPr sz="5333" b="1" i="0" u="none" strike="noStrike" cap="none" spc="-170" baseline="0">
                <a:solidFill>
                  <a:schemeClr val="lt1"/>
                </a:solidFill>
                <a:uFillTx/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lvl="2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lvl="3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lvl="4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lvl="5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lvl="6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lvl="7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lvl="8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Pts val="2800"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r>
              <a:rPr lang="en-GB" sz="85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1082</Words>
  <Application>Microsoft Macintosh PowerPoint</Application>
  <PresentationFormat>Custom</PresentationFormat>
  <Paragraphs>193</Paragraphs>
  <Slides>32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Helvetica</vt:lpstr>
      <vt:lpstr>Helvetica Neue</vt:lpstr>
      <vt:lpstr>Helvetica Neue Medium</vt:lpstr>
      <vt:lpstr>Kalam</vt:lpstr>
      <vt:lpstr>Lexend</vt:lpstr>
      <vt:lpstr>Oswald</vt:lpstr>
      <vt:lpstr>Quicksand</vt:lpstr>
      <vt:lpstr>21_BasicWhite</vt:lpstr>
      <vt:lpstr>Creating and using Variables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Variable types in programming</vt:lpstr>
      <vt:lpstr>Typed vs Untyped Programming Languages</vt:lpstr>
      <vt:lpstr>Worksheet Q1</vt:lpstr>
      <vt:lpstr>PowerPoint Presentation</vt:lpstr>
      <vt:lpstr>Worksheet Q2</vt:lpstr>
      <vt:lpstr>PowerPoint Presentation</vt:lpstr>
      <vt:lpstr>Use variables in a program</vt:lpstr>
      <vt:lpstr>Use variables in a program</vt:lpstr>
      <vt:lpstr>PowerPoint Presentation</vt:lpstr>
      <vt:lpstr>Use variables in a program</vt:lpstr>
      <vt:lpstr>PowerPoint Presentation</vt:lpstr>
      <vt:lpstr>Update and trace the value of a variable</vt:lpstr>
      <vt:lpstr>Update and trace the value of a variable</vt:lpstr>
      <vt:lpstr>Update and trace the value of a variable</vt:lpstr>
      <vt:lpstr>Update and trace the value of a variable</vt:lpstr>
      <vt:lpstr>Update and trace the value of a variable</vt:lpstr>
      <vt:lpstr>Update and trace the value of a variable</vt:lpstr>
      <vt:lpstr>Update and trace the value of a variable</vt:lpstr>
      <vt:lpstr>Update and trace the value of a variable</vt:lpstr>
      <vt:lpstr>Update and trace the value of a variable</vt:lpstr>
      <vt:lpstr>Update and trace the value of a variable</vt:lpstr>
      <vt:lpstr>PowerPoint Presentation</vt:lpstr>
      <vt:lpstr>Plickers Quiz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and using Variables</dc:title>
  <cp:lastModifiedBy>Cian Mac Liatháin</cp:lastModifiedBy>
  <cp:revision>2</cp:revision>
  <cp:lastPrinted>2025-03-05T12:40:49Z</cp:lastPrinted>
  <dcterms:modified xsi:type="dcterms:W3CDTF">2025-03-05T13:01:25Z</dcterms:modified>
</cp:coreProperties>
</file>